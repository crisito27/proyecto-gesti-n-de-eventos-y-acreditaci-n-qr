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0256be983a42cd" /><Relationship Type="http://schemas.openxmlformats.org/officeDocument/2006/relationships/extended-properties" Target="/docProps/app.xml" Id="R93b7c12cd1ea4da9" /><Relationship Type="http://schemas.openxmlformats.org/officeDocument/2006/relationships/officeDocument" Target="/ppt/presentation.xml" Id="R73d4a0a17aab4105" /></Relationships>
</file>

<file path=ppt/presentation.xml><?xml version="1.0" encoding="utf-8"?>
<p:presentation xmlns:p="http://schemas.openxmlformats.org/presentationml/2006/main">
  <p:sldMasterIdLst>
    <p:sldMasterId xmlns:r="http://schemas.openxmlformats.org/officeDocument/2006/relationships" id="2147483648" r:id="R921d7dc10e7e4264"/>
  </p:sldMasterIdLst>
  <p:notesMasterIdLst>
    <p:notesMasterId xmlns:r="http://schemas.openxmlformats.org/officeDocument/2006/relationships" r:id="R49d90c914dad47c6"/>
  </p:notesMasterIdLst>
  <p:sldIdLst>
    <p:sldId xmlns:r="http://schemas.openxmlformats.org/officeDocument/2006/relationships" id="256" r:id="R2c764c2eba624eb7"/>
    <p:sldId xmlns:r="http://schemas.openxmlformats.org/officeDocument/2006/relationships" id="257" r:id="Ra18ec751f9a3469d"/>
    <p:sldId xmlns:r="http://schemas.openxmlformats.org/officeDocument/2006/relationships" id="258" r:id="Rb8fae60756974ff6"/>
    <p:sldId xmlns:r="http://schemas.openxmlformats.org/officeDocument/2006/relationships" id="259" r:id="R826f7e6a80cd4132"/>
    <p:sldId xmlns:r="http://schemas.openxmlformats.org/officeDocument/2006/relationships" id="260" r:id="R3559fa315f734d94"/>
    <p:sldId xmlns:r="http://schemas.openxmlformats.org/officeDocument/2006/relationships" id="261" r:id="Rbd7032048fa74684"/>
    <p:sldId xmlns:r="http://schemas.openxmlformats.org/officeDocument/2006/relationships" id="262" r:id="R942eab95a57344c2"/>
    <p:sldId xmlns:r="http://schemas.openxmlformats.org/officeDocument/2006/relationships" id="263" r:id="R4325d95a8bd2491e"/>
    <p:sldId xmlns:r="http://schemas.openxmlformats.org/officeDocument/2006/relationships" id="264" r:id="Rd0cc3bec02ea4883"/>
    <p:sldId xmlns:r="http://schemas.openxmlformats.org/officeDocument/2006/relationships" id="265" r:id="R72161b9327f1445e"/>
    <p:sldId xmlns:r="http://schemas.openxmlformats.org/officeDocument/2006/relationships" id="266" r:id="R8e16143759314d86"/>
    <p:sldId xmlns:r="http://schemas.openxmlformats.org/officeDocument/2006/relationships" id="267" r:id="R555acece5f9e45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51373144204253" /><Relationship Type="http://schemas.openxmlformats.org/officeDocument/2006/relationships/slideMaster" Target="/ppt/slideMasters/slideMaster1.xml" Id="R921d7dc10e7e4264" /><Relationship Type="http://schemas.openxmlformats.org/officeDocument/2006/relationships/notesMaster" Target="/ppt/notesMasters/notesMaster1.xml" Id="R49d90c914dad47c6" /><Relationship Type="http://schemas.openxmlformats.org/officeDocument/2006/relationships/presProps" Target="/ppt/presProps.xml" Id="Rac930e0ec2054546" /><Relationship Type="http://schemas.openxmlformats.org/officeDocument/2006/relationships/tableStyles" Target="/ppt/tableStyles.xml" Id="Re677b1700a724c7e" /><Relationship Type="http://schemas.openxmlformats.org/officeDocument/2006/relationships/slide" Target="/ppt/slides/slide1.xml" Id="R2c764c2eba624eb7" /><Relationship Type="http://schemas.openxmlformats.org/officeDocument/2006/relationships/slide" Target="/ppt/slides/slide2.xml" Id="Ra18ec751f9a3469d" /><Relationship Type="http://schemas.openxmlformats.org/officeDocument/2006/relationships/slide" Target="/ppt/slides/slide3.xml" Id="Rb8fae60756974ff6" /><Relationship Type="http://schemas.openxmlformats.org/officeDocument/2006/relationships/slide" Target="/ppt/slides/slide4.xml" Id="R826f7e6a80cd4132" /><Relationship Type="http://schemas.openxmlformats.org/officeDocument/2006/relationships/slide" Target="/ppt/slides/slide5.xml" Id="R3559fa315f734d94" /><Relationship Type="http://schemas.openxmlformats.org/officeDocument/2006/relationships/slide" Target="/ppt/slides/slide6.xml" Id="Rbd7032048fa74684" /><Relationship Type="http://schemas.openxmlformats.org/officeDocument/2006/relationships/slide" Target="/ppt/slides/slide7.xml" Id="R942eab95a57344c2" /><Relationship Type="http://schemas.openxmlformats.org/officeDocument/2006/relationships/slide" Target="/ppt/slides/slide8.xml" Id="R4325d95a8bd2491e" /><Relationship Type="http://schemas.openxmlformats.org/officeDocument/2006/relationships/slide" Target="/ppt/slides/slide9.xml" Id="Rd0cc3bec02ea4883" /><Relationship Type="http://schemas.openxmlformats.org/officeDocument/2006/relationships/slide" Target="/ppt/slides/slide10.xml" Id="R72161b9327f1445e" /><Relationship Type="http://schemas.openxmlformats.org/officeDocument/2006/relationships/slide" Target="/ppt/slides/slide11.xml" Id="R8e16143759314d86" /><Relationship Type="http://schemas.openxmlformats.org/officeDocument/2006/relationships/slide" Target="/ppt/slides/slide12.xml" Id="R555acece5f9e45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6b3cdf22c945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4384dc4e0646e4" /><Relationship Type="http://schemas.openxmlformats.org/officeDocument/2006/relationships/notesMaster" Target="/ppt/notesMasters/notesMaster1.xml" Id="R13b38013b4f549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d2e4151345499b" /><Relationship Type="http://schemas.openxmlformats.org/officeDocument/2006/relationships/notesMaster" Target="/ppt/notesMasters/notesMaster1.xml" Id="R8952b50b6b5c46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e039bfbba45c4" /><Relationship Type="http://schemas.openxmlformats.org/officeDocument/2006/relationships/notesMaster" Target="/ppt/notesMasters/notesMaster1.xml" Id="Rce1f2f57c3d140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b06c3e38e14efc" /><Relationship Type="http://schemas.openxmlformats.org/officeDocument/2006/relationships/notesMaster" Target="/ppt/notesMasters/notesMaster1.xml" Id="R2437826ff3cc43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48a601a5014b86" /><Relationship Type="http://schemas.openxmlformats.org/officeDocument/2006/relationships/notesMaster" Target="/ppt/notesMasters/notesMaster1.xml" Id="R39c0dee4052e4d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187e6bdd974138" /><Relationship Type="http://schemas.openxmlformats.org/officeDocument/2006/relationships/notesMaster" Target="/ppt/notesMasters/notesMaster1.xml" Id="R92573062c75d49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bbe5eda9a94b45" /><Relationship Type="http://schemas.openxmlformats.org/officeDocument/2006/relationships/notesMaster" Target="/ppt/notesMasters/notesMaster1.xml" Id="R11f063934bd24b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3ccc26f3346a6" /><Relationship Type="http://schemas.openxmlformats.org/officeDocument/2006/relationships/notesMaster" Target="/ppt/notesMasters/notesMaster1.xml" Id="R1ea5b1be652840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89c2650d79453e" /><Relationship Type="http://schemas.openxmlformats.org/officeDocument/2006/relationships/notesMaster" Target="/ppt/notesMasters/notesMaster1.xml" Id="R20422faeb6df4c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8023490c7e4dca" /><Relationship Type="http://schemas.openxmlformats.org/officeDocument/2006/relationships/notesMaster" Target="/ppt/notesMasters/notesMaster1.xml" Id="R2a58ee35c04f4c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29b96cb2b54387" /><Relationship Type="http://schemas.openxmlformats.org/officeDocument/2006/relationships/notesMaster" Target="/ppt/notesMasters/notesMaster1.xml" Id="R165e8c6a1ec54d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36a89a4343468b" /><Relationship Type="http://schemas.openxmlformats.org/officeDocument/2006/relationships/notesMaster" Target="/ppt/notesMasters/notesMaster1.xml" Id="Racdff6f70a644e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sugerida de 8 a 10 minutos más demostración. Ajustar al tiempo indicado por el docente. Presentar integrantes sin atribuir tareas que no realizaron.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en eventos pequeños, las listas manuales dificultan controlar cupos y registrar asistencia. El asistente busca y obtiene su entrada. El organizador acredita y consulta indicadores. El alcance es una simulación frontend universitaria.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mapa representa la implementación actual. No demuestra que el diseño se haya creado antes del código. Eventos ofrece inscripción directa o mediante detalle. Mi entrada muestra la última inscripción. El organizador cambia entre acreditación y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Bocetos actuales de baja fidelidad. El listado conserva filtros y acciones. Ver detalle abre un diálogo nativo con contenido completo. Se puede cerrar con Escape. Los cupos se calculan a partir del aforo inicial y las nuevas inscripciones.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abrir el formulario de un evento exterior aparece el clima. El formulario valida campos. Al confirmar, App revisa cupos y correo duplicado. El QR contiene el código de la inscripción. La aplicación no incorpora lector de cámara.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Buscar un código inexistente produce error. Una entrada válida permite confirmar asistencia. Repetir el código acreditado muestra que ya asistió. Dashboard calcula inscritos, asistentes y cupos a partir del estado compartido.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Colores del CSS: azul #1B2A4A, ámbar #E8A33D, fondo #F5F6F8. La aplicación usa Space Grotesk en títulos y Public Sans en cuerpo. Bootstrap organiza columnas y el CSS aporta identidad. Estos bocetos documentan el diseño actual. Aportar evidencia previa solo si existe.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App.jsx. Estado compartido: participantes, inscripciones, vista y modales. Props transportan datos y callbacks. Eventos mantiene filtros localmente. El JSON contiene eventos iniciales. useEffect guarda cambios en localStorage. La persistencia es local a un navegador, sin sincronización multiusuario.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https://open-meteo.com/en/docs y https://open-meteo.com/en/terms . Endpoint GET https://api.open-meteo.com/v1/forecast . Parámetros: latitude, longitude, daily, timezone, start_date, end_date. Se usan máximas, mínimas y weather_code. response.ok detecta errores HTTP. AbortController cancela la petición al desmontar. Datos CC BY 4.0 con atribución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un navegador con almacenamiento de prueba. 1 Buscar la Feria de Emprendimiento. 2 Ver detalle. 3 Abrir inscripción y mostrar clima. 4 Enviar vacío y corregir con Persona Demo, demo@example.com y 912345678. 5 Confirmar y copiar código. 6 Ir a Organizador, buscar y acreditar. 7 Buscar nuevamente y mostrar aviso. 8 Abrir Dashboard. 9 Recargar. 10 Mostrar móvil. 11 Volver al mismo evento con correo DEMO@example.com para demostrar duplicado. Para error API, desactivar red antes de abrir la inscripción exterior. Verificar fechas antes de exponer.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Describir únicamente usos reales del reporte docs/uso-ia.md. Claude y ChatGPT figuran como apoyo. No afirmar revisión personal hasta hacerla. Hay generación QR pero no escaneo por cámara. Mi entrada muestra la última inscripción. La defensa debe explicar el código, aunque lo haya sugerido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Respuestas: 1 El estado compartido va al ancestro común para que listado, ticket y dashboard sean coherentes. 2 Props comunica datos y callbacks sin que el hijo modifique directamente al padre. 3 Validar al confirmar protege la acción, además del botón deshabilitado. 4 No se duplica un contador porque podría desincronizarse. 5 Un fallo API muestra mensaje pero no bloquea la inscripción. Cada integrante debe localizar y explicar el código.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a88d6830f34f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956e73e6174b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e601b58c1f48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7ccdbe85bd41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730c4ca3b148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f941bc852540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44DF89-30ED-45D0-9986-E074360C50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EBA62C-44D8-43C6-852D-9DBD0BE32A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00D7D2-B1DE-49A4-B061-2F966E533C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3115CD-E245-4FD9-9737-A686252235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734B01-36A5-49C5-9938-10602AF532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7D1774-9924-47AB-871E-F42D2A56A4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406581-284A-4038-A2E4-C4A24AAE44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301153-0CF1-4B86-BD3E-D31A6F301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CBAACA-0F2A-4459-BE68-0E56BEA133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1984E6-E0B8-4339-BFD7-36FD3B3E3C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575004868e41e9" /><Relationship Type="http://schemas.openxmlformats.org/officeDocument/2006/relationships/slideLayout" Target="/ppt/slideLayouts/slideLayout1.xml" Id="R0424618142ca4467" /><Relationship Type="http://schemas.openxmlformats.org/officeDocument/2006/relationships/slideLayout" Target="/ppt/slideLayouts/slideLayout2.xml" Id="Raee63975d891445b" /><Relationship Type="http://schemas.openxmlformats.org/officeDocument/2006/relationships/slideLayout" Target="/ppt/slideLayouts/slideLayout3.xml" Id="R756cdaa663974a68" /><Relationship Type="http://schemas.openxmlformats.org/officeDocument/2006/relationships/slideLayout" Target="/ppt/slideLayouts/slideLayout4.xml" Id="R368335865ed44cb1" /><Relationship Type="http://schemas.openxmlformats.org/officeDocument/2006/relationships/slideLayout" Target="/ppt/slideLayouts/slideLayout5.xml" Id="R2ab6908e118f4b7b" /><Relationship Type="http://schemas.openxmlformats.org/officeDocument/2006/relationships/slideLayout" Target="/ppt/slideLayouts/slideLayout6.xml" Id="Re5a8be4dbdb546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24618142ca4467"/>
    <p:sldLayoutId xmlns:r="http://schemas.openxmlformats.org/officeDocument/2006/relationships" id="2147483650" r:id="Raee63975d891445b"/>
    <p:sldLayoutId xmlns:r="http://schemas.openxmlformats.org/officeDocument/2006/relationships" id="2147483651" r:id="R756cdaa663974a68"/>
    <p:sldLayoutId xmlns:r="http://schemas.openxmlformats.org/officeDocument/2006/relationships" id="2147483652" r:id="R368335865ed44cb1"/>
    <p:sldLayoutId xmlns:r="http://schemas.openxmlformats.org/officeDocument/2006/relationships" id="2147483653" r:id="R2ab6908e118f4b7b"/>
    <p:sldLayoutId xmlns:r="http://schemas.openxmlformats.org/officeDocument/2006/relationships" id="2147483654" r:id="Re5a8be4dbdb546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e5c3fd7f254d0a" /><Relationship Type="http://schemas.openxmlformats.org/officeDocument/2006/relationships/notesSlide" Target="/ppt/notesSlides/notesSlide1.xml" Id="R9d774a5777074c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9ba9e409d7453d" /><Relationship Type="http://schemas.openxmlformats.org/officeDocument/2006/relationships/notesSlide" Target="/ppt/notesSlides/notesSlide2.xml" Id="Ref58238ca9c44c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78cd8e7f6d4621" /><Relationship Type="http://schemas.openxmlformats.org/officeDocument/2006/relationships/notesSlide" Target="/ppt/notesSlides/notesSlide3.xml" Id="Rf60f92450e554b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8fb0adc1f94d7c" /><Relationship Type="http://schemas.openxmlformats.org/officeDocument/2006/relationships/notesSlide" Target="/ppt/notesSlides/notesSlide4.xml" Id="Rb86dcb2fe3b84a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4842d1865148ce" /><Relationship Type="http://schemas.openxmlformats.org/officeDocument/2006/relationships/notesSlide" Target="/ppt/notesSlides/notesSlide5.xml" Id="R252a1ad43c2a4c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06556a03064139" /><Relationship Type="http://schemas.openxmlformats.org/officeDocument/2006/relationships/notesSlide" Target="/ppt/notesSlides/notesSlide6.xml" Id="Rb5c3b01c26b544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398f78c30a452c" /><Relationship Type="http://schemas.openxmlformats.org/officeDocument/2006/relationships/notesSlide" Target="/ppt/notesSlides/notesSlide7.xml" Id="Rda5f7e524b1145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6a85d55ca64267" /><Relationship Type="http://schemas.openxmlformats.org/officeDocument/2006/relationships/notesSlide" Target="/ppt/notesSlides/notesSlide8.xml" Id="R09157879bca542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48368aaafc49cf" /><Relationship Type="http://schemas.openxmlformats.org/officeDocument/2006/relationships/notesSlide" Target="/ppt/notesSlides/notesSlide9.xml" Id="Re02bdcb88c4a4d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bbd826c40a49bd" /><Relationship Type="http://schemas.openxmlformats.org/officeDocument/2006/relationships/notesSlide" Target="/ppt/notesSlides/notesSlide10.xml" Id="R6a32cb0167b247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e6fac1ba7414789" /><Relationship Type="http://schemas.openxmlformats.org/officeDocument/2006/relationships/notesSlide" Target="/ppt/notesSlides/notesSlide11.xml" Id="R7f5d2f9bfbe34e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6cb014402e48d2" /><Relationship Type="http://schemas.openxmlformats.org/officeDocument/2006/relationships/notesSlide" Target="/ppt/notesSlides/notesSlide12.xml" Id="R578ac4935eed41ed" /></Relationships>
</file>

<file path=ppt/slides/slide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DEAE30-8F9E-4E1C-9643-FB41A81FF6FF}"/>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AcreditaQR</a:t>
            </a:r>
          </a:p>
        </p:txBody>
      </p:sp>
      <p:sp>
        <p:nvSpPr>
          <p:cNvPr id="2" name="">
            <a:extLst xmlns:a="http://schemas.openxmlformats.org/drawingml/2006/main">
              <a:ext uri="{FF2B5EF4-FFF2-40B4-BE49-F238E27FC236}">
                <a16:creationId xmlns:a16="http://schemas.microsoft.com/office/drawing/2014/main" id="{016A7F44-2AA9-4A6D-A543-58FDC25C526F}"/>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1</a:t>
            </a:r>
          </a:p>
        </p:txBody>
      </p:sp>
      <p:sp>
        <p:nvSpPr>
          <p:cNvPr id="3" name="">
            <a:extLst xmlns:a="http://schemas.openxmlformats.org/drawingml/2006/main">
              <a:ext uri="{FF2B5EF4-FFF2-40B4-BE49-F238E27FC236}">
                <a16:creationId xmlns:a16="http://schemas.microsoft.com/office/drawing/2014/main" id="{F83846CA-25E3-4557-BE8E-9DD22811F807}"/>
              </a:ext>
            </a:extLst>
          </p:cNvPr>
          <p:cNvSpPr>
            <a:spLocks xmlns:a="http://schemas.openxmlformats.org/drawingml/2006/main" noGrp="1"/>
          </p:cNvSpPr>
          <p:nvPr/>
        </p:nvSpPr>
        <p:spPr>
          <a:xfrm xmlns:a="http://schemas.openxmlformats.org/drawingml/2006/main">
            <a:off x="571500" y="2000250"/>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B2A4A"/>
                </a:solidFill>
                <a:latin typeface="Arial"/>
                <a:ea typeface="Arial"/>
                <a:cs typeface="Arial"/>
              </a:defRPr>
            </a:defPPr>
          </a:lstStyle>
          <a:p xmlns:a="http://schemas.openxmlformats.org/drawingml/2006/main">
            <a:pPr>
              <a:defRPr sz="4500" b="1">
                <a:solidFill>
                  <a:srgbClr val="1B2A4A"/>
                </a:solidFill>
                <a:latin typeface="Arial"/>
                <a:ea typeface="Arial"/>
                <a:cs typeface="Arial"/>
              </a:defRPr>
            </a:pPr>
            <a:r>
              <a:rPr sz="4500" b="1">
                <a:solidFill>
                  <a:srgbClr val="1B2A4A"/>
                </a:solidFill>
                <a:latin typeface="Arial"/>
                <a:ea typeface="Arial"/>
                <a:cs typeface="Arial"/>
              </a:rPr>
              <a:t>Gestión de eventos y acreditación QR</a:t>
            </a:r>
          </a:p>
        </p:txBody>
      </p:sp>
      <p:sp>
        <p:nvSpPr>
          <p:cNvPr id="4" name="">
            <a:extLst xmlns:a="http://schemas.openxmlformats.org/drawingml/2006/main">
              <a:ext uri="{FF2B5EF4-FFF2-40B4-BE49-F238E27FC236}">
                <a16:creationId xmlns:a16="http://schemas.microsoft.com/office/drawing/2014/main" id="{21A1F76A-72FB-48BD-AD0E-D268E4848A2F}"/>
              </a:ext>
            </a:extLst>
          </p:cNvPr>
          <p:cNvSpPr>
            <a:spLocks xmlns:a="http://schemas.openxmlformats.org/drawingml/2006/main" noGrp="1"/>
          </p:cNvSpPr>
          <p:nvPr/>
        </p:nvSpPr>
        <p:spPr>
          <a:xfrm xmlns:a="http://schemas.openxmlformats.org/drawingml/2006/main">
            <a:off x="571500" y="3714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B2A4A"/>
                </a:solidFill>
                <a:latin typeface="Arial"/>
                <a:ea typeface="Arial"/>
                <a:cs typeface="Arial"/>
              </a:defRPr>
            </a:defPPr>
          </a:lstStyle>
          <a:p xmlns:a="http://schemas.openxmlformats.org/drawingml/2006/main">
            <a:pPr>
              <a:defRPr sz="2250" b="0">
                <a:solidFill>
                  <a:srgbClr val="1B2A4A"/>
                </a:solidFill>
                <a:latin typeface="Arial"/>
                <a:ea typeface="Arial"/>
                <a:cs typeface="Arial"/>
              </a:defRPr>
            </a:pPr>
            <a:r>
              <a:rPr sz="2250" b="0">
                <a:solidFill>
                  <a:srgbClr val="1B2A4A"/>
                </a:solidFill>
                <a:latin typeface="Arial"/>
                <a:ea typeface="Arial"/>
                <a:cs typeface="Arial"/>
              </a:rPr>
              <a:t>Taller Evaluado 2 · Desarrollo Web y Móvil</a:t>
            </a:r>
          </a:p>
        </p:txBody>
      </p:sp>
      <p:sp>
        <p:nvSpPr>
          <p:cNvPr id="5" name="">
            <a:extLst xmlns:a="http://schemas.openxmlformats.org/drawingml/2006/main">
              <a:ext uri="{FF2B5EF4-FFF2-40B4-BE49-F238E27FC236}">
                <a16:creationId xmlns:a16="http://schemas.microsoft.com/office/drawing/2014/main" id="{6602CD35-446B-483A-AD02-92FA658D9759}"/>
              </a:ext>
            </a:extLst>
          </p:cNvPr>
          <p:cNvSpPr>
            <a:spLocks xmlns:a="http://schemas.openxmlformats.org/drawingml/2006/main" noGrp="1"/>
          </p:cNvSpPr>
          <p:nvPr/>
        </p:nvSpPr>
        <p:spPr>
          <a:xfrm xmlns:a="http://schemas.openxmlformats.org/drawingml/2006/main">
            <a:off x="571500" y="4524375"/>
            <a:ext cx="952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B2A4A"/>
                </a:solidFill>
                <a:latin typeface="Arial"/>
                <a:ea typeface="Arial"/>
                <a:cs typeface="Arial"/>
              </a:defRPr>
            </a:defPPr>
          </a:lstStyle>
          <a:p xmlns:a="http://schemas.openxmlformats.org/drawingml/2006/main">
            <a:pPr>
              <a:defRPr sz="1950" b="0">
                <a:solidFill>
                  <a:srgbClr val="1B2A4A"/>
                </a:solidFill>
                <a:latin typeface="Arial"/>
                <a:ea typeface="Arial"/>
                <a:cs typeface="Arial"/>
              </a:defRPr>
            </a:pPr>
            <a:r>
              <a:rPr sz="1950" b="0">
                <a:solidFill>
                  <a:srgbClr val="1B2A4A"/>
                </a:solidFill>
                <a:latin typeface="Arial"/>
                <a:ea typeface="Arial"/>
                <a:cs typeface="Arial"/>
              </a:rPr>
              <a:t>Benjamin Michea</a:t>
            </a:r>
          </a:p>
          <a:p xmlns:a="http://schemas.openxmlformats.org/drawingml/2006/main">
            <a:pPr>
              <a:defRPr sz="1950" b="0">
                <a:solidFill>
                  <a:srgbClr val="1B2A4A"/>
                </a:solidFill>
                <a:latin typeface="Arial"/>
                <a:ea typeface="Arial"/>
                <a:cs typeface="Arial"/>
              </a:defRPr>
            </a:pPr>
            <a:r>
              <a:rPr sz="1950" b="0">
                <a:solidFill>
                  <a:srgbClr val="1B2A4A"/>
                </a:solidFill>
                <a:latin typeface="Arial"/>
                <a:ea typeface="Arial"/>
                <a:cs typeface="Arial"/>
              </a:rPr>
              <a:t>Cristian Perez</a:t>
            </a:r>
          </a:p>
          <a:p xmlns:a="http://schemas.openxmlformats.org/drawingml/2006/main">
            <a:pPr>
              <a:defRPr sz="1950" b="0">
                <a:solidFill>
                  <a:srgbClr val="1B2A4A"/>
                </a:solidFill>
                <a:latin typeface="Arial"/>
                <a:ea typeface="Arial"/>
                <a:cs typeface="Arial"/>
              </a:defRPr>
            </a:pPr>
            <a:r>
              <a:rPr sz="1950" b="0">
                <a:solidFill>
                  <a:srgbClr val="1B2A4A"/>
                </a:solidFill>
                <a:latin typeface="Arial"/>
                <a:ea typeface="Arial"/>
                <a:cs typeface="Arial"/>
              </a:rPr>
              <a:t>Ignacio Cornejo</a:t>
            </a:r>
          </a:p>
        </p:txBody>
      </p:sp>
    </p:spTree>
    <p:extLst>
      <p:ext uri="{BB962C8B-B14F-4D97-AF65-F5344CB8AC3E}">
        <p14:creationId xmlns:p14="http://schemas.microsoft.com/office/powerpoint/2010/main" val="746941670"/>
      </p:ext>
    </p:extLst>
  </p:cSld>
</p:sld>
</file>

<file path=ppt/slides/slide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4ABE9B-EB80-401E-8B89-CE17E0A40A6A}"/>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Problema y usuarios</a:t>
            </a:r>
          </a:p>
        </p:txBody>
      </p:sp>
      <p:sp>
        <p:nvSpPr>
          <p:cNvPr id="2" name="">
            <a:extLst xmlns:a="http://schemas.openxmlformats.org/drawingml/2006/main">
              <a:ext uri="{FF2B5EF4-FFF2-40B4-BE49-F238E27FC236}">
                <a16:creationId xmlns:a16="http://schemas.microsoft.com/office/drawing/2014/main" id="{5BAA15E8-F473-4210-9468-E2EBC2CB6760}"/>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2</a:t>
            </a:r>
          </a:p>
        </p:txBody>
      </p:sp>
      <p:sp>
        <p:nvSpPr>
          <p:cNvPr id="3" name="">
            <a:extLst xmlns:a="http://schemas.openxmlformats.org/drawingml/2006/main">
              <a:ext uri="{FF2B5EF4-FFF2-40B4-BE49-F238E27FC236}">
                <a16:creationId xmlns:a16="http://schemas.microsoft.com/office/drawing/2014/main" id="{FD2C6BBF-A7B9-43D2-B8A2-9854DF99F516}"/>
              </a:ext>
            </a:extLst>
          </p:cNvPr>
          <p:cNvSpPr>
            <a:spLocks xmlns:a="http://schemas.openxmlformats.org/drawingml/2006/main" noGrp="1"/>
          </p:cNvSpPr>
          <p:nvPr/>
        </p:nvSpPr>
        <p:spPr>
          <a:xfrm xmlns:a="http://schemas.openxmlformats.org/drawingml/2006/main">
            <a:off x="571500" y="14763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B2A4A"/>
                </a:solidFill>
                <a:latin typeface="Arial"/>
                <a:ea typeface="Arial"/>
                <a:cs typeface="Arial"/>
              </a:defRPr>
            </a:defPPr>
          </a:lstStyle>
          <a:p xmlns:a="http://schemas.openxmlformats.org/drawingml/2006/main">
            <a:pPr>
              <a:defRPr sz="2850" b="1">
                <a:solidFill>
                  <a:srgbClr val="1B2A4A"/>
                </a:solidFill>
                <a:latin typeface="Arial"/>
                <a:ea typeface="Arial"/>
                <a:cs typeface="Arial"/>
              </a:defRPr>
            </a:pPr>
            <a:r>
              <a:rPr sz="2850" b="1">
                <a:solidFill>
                  <a:srgbClr val="1B2A4A"/>
                </a:solidFill>
                <a:latin typeface="Arial"/>
                <a:ea typeface="Arial"/>
                <a:cs typeface="Arial"/>
              </a:rPr>
              <a:t>Las listas manuales dificultan controlar cupos y asistencia.</a:t>
            </a:r>
          </a:p>
        </p:txBody>
      </p:sp>
      <p:sp>
        <p:nvSpPr>
          <p:cNvPr id="4" name="">
            <a:extLst xmlns:a="http://schemas.openxmlformats.org/drawingml/2006/main">
              <a:ext uri="{FF2B5EF4-FFF2-40B4-BE49-F238E27FC236}">
                <a16:creationId xmlns:a16="http://schemas.microsoft.com/office/drawing/2014/main" id="{E3799259-C452-4B27-A86C-AB5725D5C882}"/>
              </a:ext>
            </a:extLst>
          </p:cNvPr>
          <p:cNvSpPr>
            <a:spLocks xmlns:a="http://schemas.openxmlformats.org/drawingml/2006/main" noGrp="1"/>
          </p:cNvSpPr>
          <p:nvPr/>
        </p:nvSpPr>
        <p:spPr>
          <a:xfrm xmlns:a="http://schemas.openxmlformats.org/drawingml/2006/main">
            <a:off x="571500" y="3048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A4A"/>
                </a:solidFill>
                <a:latin typeface="Arial"/>
                <a:ea typeface="Arial"/>
                <a:cs typeface="Arial"/>
              </a:defRPr>
            </a:defPPr>
          </a:lstStyle>
          <a:p xmlns:a="http://schemas.openxmlformats.org/drawingml/2006/main">
            <a:pPr>
              <a:defRPr sz="2400" b="1">
                <a:solidFill>
                  <a:srgbClr val="1B2A4A"/>
                </a:solidFill>
                <a:latin typeface="Arial"/>
                <a:ea typeface="Arial"/>
                <a:cs typeface="Arial"/>
              </a:defRPr>
            </a:pPr>
            <a:r>
              <a:rPr sz="2400" b="1">
                <a:solidFill>
                  <a:srgbClr val="1B2A4A"/>
                </a:solidFill>
                <a:latin typeface="Arial"/>
                <a:ea typeface="Arial"/>
                <a:cs typeface="Arial"/>
              </a:rPr>
              <a:t>Asistente</a:t>
            </a:r>
          </a:p>
        </p:txBody>
      </p:sp>
      <p:sp>
        <p:nvSpPr>
          <p:cNvPr id="5" name="">
            <a:extLst xmlns:a="http://schemas.openxmlformats.org/drawingml/2006/main">
              <a:ext uri="{FF2B5EF4-FFF2-40B4-BE49-F238E27FC236}">
                <a16:creationId xmlns:a16="http://schemas.microsoft.com/office/drawing/2014/main" id="{02E60BE3-4C8D-483E-8405-628475967BFB}"/>
              </a:ext>
            </a:extLst>
          </p:cNvPr>
          <p:cNvSpPr>
            <a:spLocks xmlns:a="http://schemas.openxmlformats.org/drawingml/2006/main" noGrp="1"/>
          </p:cNvSpPr>
          <p:nvPr/>
        </p:nvSpPr>
        <p:spPr>
          <a:xfrm xmlns:a="http://schemas.openxmlformats.org/drawingml/2006/main">
            <a:off x="571500" y="37147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Busca eventos, revisa información</a:t>
            </a:r>
          </a:p>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y obtiene una entrada digital.</a:t>
            </a:r>
          </a:p>
        </p:txBody>
      </p:sp>
      <p:sp>
        <p:nvSpPr>
          <p:cNvPr id="6" name="">
            <a:extLst xmlns:a="http://schemas.openxmlformats.org/drawingml/2006/main">
              <a:ext uri="{FF2B5EF4-FFF2-40B4-BE49-F238E27FC236}">
                <a16:creationId xmlns:a16="http://schemas.microsoft.com/office/drawing/2014/main" id="{353FAB7C-04A6-4B21-BEE3-D3BEA79D0072}"/>
              </a:ext>
            </a:extLst>
          </p:cNvPr>
          <p:cNvSpPr>
            <a:spLocks xmlns:a="http://schemas.openxmlformats.org/drawingml/2006/main" noGrp="1"/>
          </p:cNvSpPr>
          <p:nvPr/>
        </p:nvSpPr>
        <p:spPr>
          <a:xfrm xmlns:a="http://schemas.openxmlformats.org/drawingml/2006/main">
            <a:off x="6477000" y="3048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A4A"/>
                </a:solidFill>
                <a:latin typeface="Arial"/>
                <a:ea typeface="Arial"/>
                <a:cs typeface="Arial"/>
              </a:defRPr>
            </a:defPPr>
          </a:lstStyle>
          <a:p xmlns:a="http://schemas.openxmlformats.org/drawingml/2006/main">
            <a:pPr>
              <a:defRPr sz="2400" b="1">
                <a:solidFill>
                  <a:srgbClr val="1B2A4A"/>
                </a:solidFill>
                <a:latin typeface="Arial"/>
                <a:ea typeface="Arial"/>
                <a:cs typeface="Arial"/>
              </a:defRPr>
            </a:pPr>
            <a:r>
              <a:rPr sz="2400" b="1">
                <a:solidFill>
                  <a:srgbClr val="1B2A4A"/>
                </a:solidFill>
                <a:latin typeface="Arial"/>
                <a:ea typeface="Arial"/>
                <a:cs typeface="Arial"/>
              </a:rPr>
              <a:t>Organizador</a:t>
            </a:r>
          </a:p>
        </p:txBody>
      </p:sp>
      <p:sp>
        <p:nvSpPr>
          <p:cNvPr id="7" name="">
            <a:extLst xmlns:a="http://schemas.openxmlformats.org/drawingml/2006/main">
              <a:ext uri="{FF2B5EF4-FFF2-40B4-BE49-F238E27FC236}">
                <a16:creationId xmlns:a16="http://schemas.microsoft.com/office/drawing/2014/main" id="{9C45C7B6-6F87-4840-B98A-43D636DD305E}"/>
              </a:ext>
            </a:extLst>
          </p:cNvPr>
          <p:cNvSpPr>
            <a:spLocks xmlns:a="http://schemas.openxmlformats.org/drawingml/2006/main" noGrp="1"/>
          </p:cNvSpPr>
          <p:nvPr/>
        </p:nvSpPr>
        <p:spPr>
          <a:xfrm xmlns:a="http://schemas.openxmlformats.org/drawingml/2006/main">
            <a:off x="6477000" y="37147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Comprueba el código de entrada</a:t>
            </a:r>
          </a:p>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y consulta inscritos y asistentes.</a:t>
            </a:r>
          </a:p>
        </p:txBody>
      </p:sp>
    </p:spTree>
    <p:extLst>
      <p:ext uri="{BB962C8B-B14F-4D97-AF65-F5344CB8AC3E}">
        <p14:creationId xmlns:p14="http://schemas.microsoft.com/office/powerpoint/2010/main" val="717945440"/>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9E6022A-5B83-4262-8A39-286EC299C722}"/>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Mapa de navegación</a:t>
            </a:r>
          </a:p>
        </p:txBody>
      </p:sp>
      <p:sp>
        <p:nvSpPr>
          <p:cNvPr id="2" name="">
            <a:extLst xmlns:a="http://schemas.openxmlformats.org/drawingml/2006/main">
              <a:ext uri="{FF2B5EF4-FFF2-40B4-BE49-F238E27FC236}">
                <a16:creationId xmlns:a16="http://schemas.microsoft.com/office/drawing/2014/main" id="{FFEC58B0-8888-4644-B721-B5AF041F1C2F}"/>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3</a:t>
            </a:r>
          </a:p>
        </p:txBody>
      </p:sp>
      <p:sp>
        <p:nvSpPr>
          <p:cNvPr id="3" name="">
            <a:extLst xmlns:a="http://schemas.openxmlformats.org/drawingml/2006/main">
              <a:ext uri="{FF2B5EF4-FFF2-40B4-BE49-F238E27FC236}">
                <a16:creationId xmlns:a16="http://schemas.microsoft.com/office/drawing/2014/main" id="{5EA0D509-C1CE-4DD8-9D1B-7E7115CB3BEE}"/>
              </a:ext>
            </a:extLst>
          </p:cNvPr>
          <p:cNvSpPr>
            <a:spLocks xmlns:a="http://schemas.openxmlformats.org/drawingml/2006/main" noGrp="1"/>
          </p:cNvSpPr>
          <p:nvPr/>
        </p:nvSpPr>
        <p:spPr>
          <a:xfrm xmlns:a="http://schemas.openxmlformats.org/drawingml/2006/main">
            <a:off x="4095750" y="1333500"/>
            <a:ext cx="40005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4" name="">
            <a:extLst xmlns:a="http://schemas.openxmlformats.org/drawingml/2006/main">
              <a:ext uri="{FF2B5EF4-FFF2-40B4-BE49-F238E27FC236}">
                <a16:creationId xmlns:a16="http://schemas.microsoft.com/office/drawing/2014/main" id="{C7B2EFE1-6435-4391-8467-3816522EFBD5}"/>
              </a:ext>
            </a:extLst>
          </p:cNvPr>
          <p:cNvSpPr>
            <a:spLocks xmlns:a="http://schemas.openxmlformats.org/drawingml/2006/main" noGrp="1"/>
          </p:cNvSpPr>
          <p:nvPr/>
        </p:nvSpPr>
        <p:spPr>
          <a:xfrm xmlns:a="http://schemas.openxmlformats.org/drawingml/2006/main">
            <a:off x="4248150" y="1447800"/>
            <a:ext cx="3695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Navegación principal</a:t>
            </a:r>
          </a:p>
        </p:txBody>
      </p:sp>
      <p:sp>
        <p:nvSpPr>
          <p:cNvPr id="5" name="">
            <a:extLst xmlns:a="http://schemas.openxmlformats.org/drawingml/2006/main">
              <a:ext uri="{FF2B5EF4-FFF2-40B4-BE49-F238E27FC236}">
                <a16:creationId xmlns:a16="http://schemas.microsoft.com/office/drawing/2014/main" id="{B6D4F659-59DA-400F-9DFA-A1C2F3CD2F6C}"/>
              </a:ext>
            </a:extLst>
          </p:cNvPr>
          <p:cNvSpPr>
            <a:spLocks xmlns:a="http://schemas.openxmlformats.org/drawingml/2006/main" noGrp="1"/>
          </p:cNvSpPr>
          <p:nvPr/>
        </p:nvSpPr>
        <p:spPr>
          <a:xfrm xmlns:a="http://schemas.openxmlformats.org/drawingml/2006/main">
            <a:off x="6096000" y="1924050"/>
            <a:ext cx="19050" cy="333375"/>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E9A31B-61F7-4F49-8D24-1E428DE87D83}"/>
              </a:ext>
            </a:extLst>
          </p:cNvPr>
          <p:cNvSpPr>
            <a:spLocks xmlns:a="http://schemas.openxmlformats.org/drawingml/2006/main" noGrp="1"/>
          </p:cNvSpPr>
          <p:nvPr/>
        </p:nvSpPr>
        <p:spPr>
          <a:xfrm xmlns:a="http://schemas.openxmlformats.org/drawingml/2006/main">
            <a:off x="2238375" y="2238375"/>
            <a:ext cx="7715250" cy="19050"/>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40592A-13D0-4A33-97D3-FAE4FC769FE2}"/>
              </a:ext>
            </a:extLst>
          </p:cNvPr>
          <p:cNvSpPr>
            <a:spLocks xmlns:a="http://schemas.openxmlformats.org/drawingml/2006/main" noGrp="1"/>
          </p:cNvSpPr>
          <p:nvPr/>
        </p:nvSpPr>
        <p:spPr>
          <a:xfrm xmlns:a="http://schemas.openxmlformats.org/drawingml/2006/main">
            <a:off x="2238375" y="2238375"/>
            <a:ext cx="19050" cy="285750"/>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5CF399-D12A-4719-AB4B-6FEB8109F932}"/>
              </a:ext>
            </a:extLst>
          </p:cNvPr>
          <p:cNvSpPr>
            <a:spLocks xmlns:a="http://schemas.openxmlformats.org/drawingml/2006/main" noGrp="1"/>
          </p:cNvSpPr>
          <p:nvPr/>
        </p:nvSpPr>
        <p:spPr>
          <a:xfrm xmlns:a="http://schemas.openxmlformats.org/drawingml/2006/main">
            <a:off x="6096000" y="2238375"/>
            <a:ext cx="19050" cy="285750"/>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23195B-6061-4EF2-97CD-84F37DA7E4C2}"/>
              </a:ext>
            </a:extLst>
          </p:cNvPr>
          <p:cNvSpPr>
            <a:spLocks xmlns:a="http://schemas.openxmlformats.org/drawingml/2006/main" noGrp="1"/>
          </p:cNvSpPr>
          <p:nvPr/>
        </p:nvSpPr>
        <p:spPr>
          <a:xfrm xmlns:a="http://schemas.openxmlformats.org/drawingml/2006/main">
            <a:off x="9953625" y="2238375"/>
            <a:ext cx="19050" cy="285750"/>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185E9A-4228-4D80-8E93-8FE6765EAB06}"/>
              </a:ext>
            </a:extLst>
          </p:cNvPr>
          <p:cNvSpPr>
            <a:spLocks xmlns:a="http://schemas.openxmlformats.org/drawingml/2006/main" noGrp="1"/>
          </p:cNvSpPr>
          <p:nvPr/>
        </p:nvSpPr>
        <p:spPr>
          <a:xfrm xmlns:a="http://schemas.openxmlformats.org/drawingml/2006/main">
            <a:off x="714375" y="2524125"/>
            <a:ext cx="3048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1" name="">
            <a:extLst xmlns:a="http://schemas.openxmlformats.org/drawingml/2006/main">
              <a:ext uri="{FF2B5EF4-FFF2-40B4-BE49-F238E27FC236}">
                <a16:creationId xmlns:a16="http://schemas.microsoft.com/office/drawing/2014/main" id="{E3979BEC-0CAB-48D1-A84F-C11A3D01ED72}"/>
              </a:ext>
            </a:extLst>
          </p:cNvPr>
          <p:cNvSpPr>
            <a:spLocks xmlns:a="http://schemas.openxmlformats.org/drawingml/2006/main" noGrp="1"/>
          </p:cNvSpPr>
          <p:nvPr/>
        </p:nvSpPr>
        <p:spPr>
          <a:xfrm xmlns:a="http://schemas.openxmlformats.org/drawingml/2006/main">
            <a:off x="866775" y="2638425"/>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Eventos</a:t>
            </a:r>
          </a:p>
        </p:txBody>
      </p:sp>
      <p:sp>
        <p:nvSpPr>
          <p:cNvPr id="12" name="">
            <a:extLst xmlns:a="http://schemas.openxmlformats.org/drawingml/2006/main">
              <a:ext uri="{FF2B5EF4-FFF2-40B4-BE49-F238E27FC236}">
                <a16:creationId xmlns:a16="http://schemas.microsoft.com/office/drawing/2014/main" id="{D47133CB-2701-4157-A765-63365F00CC12}"/>
              </a:ext>
            </a:extLst>
          </p:cNvPr>
          <p:cNvSpPr>
            <a:spLocks xmlns:a="http://schemas.openxmlformats.org/drawingml/2006/main" noGrp="1"/>
          </p:cNvSpPr>
          <p:nvPr/>
        </p:nvSpPr>
        <p:spPr>
          <a:xfrm xmlns:a="http://schemas.openxmlformats.org/drawingml/2006/main">
            <a:off x="4572000" y="2524125"/>
            <a:ext cx="3048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3" name="">
            <a:extLst xmlns:a="http://schemas.openxmlformats.org/drawingml/2006/main">
              <a:ext uri="{FF2B5EF4-FFF2-40B4-BE49-F238E27FC236}">
                <a16:creationId xmlns:a16="http://schemas.microsoft.com/office/drawing/2014/main" id="{90A9ED4F-A17E-4DA5-8B2B-3E4220E47813}"/>
              </a:ext>
            </a:extLst>
          </p:cNvPr>
          <p:cNvSpPr>
            <a:spLocks xmlns:a="http://schemas.openxmlformats.org/drawingml/2006/main" noGrp="1"/>
          </p:cNvSpPr>
          <p:nvPr/>
        </p:nvSpPr>
        <p:spPr>
          <a:xfrm xmlns:a="http://schemas.openxmlformats.org/drawingml/2006/main">
            <a:off x="4724400" y="2638425"/>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Mi entrada</a:t>
            </a:r>
          </a:p>
        </p:txBody>
      </p:sp>
      <p:sp>
        <p:nvSpPr>
          <p:cNvPr id="14" name="">
            <a:extLst xmlns:a="http://schemas.openxmlformats.org/drawingml/2006/main">
              <a:ext uri="{FF2B5EF4-FFF2-40B4-BE49-F238E27FC236}">
                <a16:creationId xmlns:a16="http://schemas.microsoft.com/office/drawing/2014/main" id="{FC660513-F48E-4129-A811-BFE99DAD074B}"/>
              </a:ext>
            </a:extLst>
          </p:cNvPr>
          <p:cNvSpPr>
            <a:spLocks xmlns:a="http://schemas.openxmlformats.org/drawingml/2006/main" noGrp="1"/>
          </p:cNvSpPr>
          <p:nvPr/>
        </p:nvSpPr>
        <p:spPr>
          <a:xfrm xmlns:a="http://schemas.openxmlformats.org/drawingml/2006/main">
            <a:off x="8429625" y="2524125"/>
            <a:ext cx="3048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5" name="">
            <a:extLst xmlns:a="http://schemas.openxmlformats.org/drawingml/2006/main">
              <a:ext uri="{FF2B5EF4-FFF2-40B4-BE49-F238E27FC236}">
                <a16:creationId xmlns:a16="http://schemas.microsoft.com/office/drawing/2014/main" id="{6626CF5F-FD19-402D-8EB6-B284D63B7D38}"/>
              </a:ext>
            </a:extLst>
          </p:cNvPr>
          <p:cNvSpPr>
            <a:spLocks xmlns:a="http://schemas.openxmlformats.org/drawingml/2006/main" noGrp="1"/>
          </p:cNvSpPr>
          <p:nvPr/>
        </p:nvSpPr>
        <p:spPr>
          <a:xfrm xmlns:a="http://schemas.openxmlformats.org/drawingml/2006/main">
            <a:off x="8582025" y="2638425"/>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Organizador</a:t>
            </a:r>
          </a:p>
        </p:txBody>
      </p:sp>
      <p:sp>
        <p:nvSpPr>
          <p:cNvPr id="16" name="">
            <a:extLst xmlns:a="http://schemas.openxmlformats.org/drawingml/2006/main">
              <a:ext uri="{FF2B5EF4-FFF2-40B4-BE49-F238E27FC236}">
                <a16:creationId xmlns:a16="http://schemas.microsoft.com/office/drawing/2014/main" id="{94F10B04-3E1E-4E12-A993-B809D7539F00}"/>
              </a:ext>
            </a:extLst>
          </p:cNvPr>
          <p:cNvSpPr>
            <a:spLocks xmlns:a="http://schemas.openxmlformats.org/drawingml/2006/main" noGrp="1"/>
          </p:cNvSpPr>
          <p:nvPr/>
        </p:nvSpPr>
        <p:spPr>
          <a:xfrm xmlns:a="http://schemas.openxmlformats.org/drawingml/2006/main">
            <a:off x="714375" y="3667125"/>
            <a:ext cx="3048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7" name="">
            <a:extLst xmlns:a="http://schemas.openxmlformats.org/drawingml/2006/main">
              <a:ext uri="{FF2B5EF4-FFF2-40B4-BE49-F238E27FC236}">
                <a16:creationId xmlns:a16="http://schemas.microsoft.com/office/drawing/2014/main" id="{2B8E4B2C-1C0E-4955-80FE-DA54A279C69A}"/>
              </a:ext>
            </a:extLst>
          </p:cNvPr>
          <p:cNvSpPr>
            <a:spLocks xmlns:a="http://schemas.openxmlformats.org/drawingml/2006/main" noGrp="1"/>
          </p:cNvSpPr>
          <p:nvPr/>
        </p:nvSpPr>
        <p:spPr>
          <a:xfrm xmlns:a="http://schemas.openxmlformats.org/drawingml/2006/main">
            <a:off x="866775" y="37814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Filtros y detalle</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Inscripción validada</a:t>
            </a:r>
          </a:p>
        </p:txBody>
      </p:sp>
      <p:sp>
        <p:nvSpPr>
          <p:cNvPr id="18" name="">
            <a:extLst xmlns:a="http://schemas.openxmlformats.org/drawingml/2006/main">
              <a:ext uri="{FF2B5EF4-FFF2-40B4-BE49-F238E27FC236}">
                <a16:creationId xmlns:a16="http://schemas.microsoft.com/office/drawing/2014/main" id="{EADFB8D9-8516-423D-A186-1B5B2D13649A}"/>
              </a:ext>
            </a:extLst>
          </p:cNvPr>
          <p:cNvSpPr>
            <a:spLocks xmlns:a="http://schemas.openxmlformats.org/drawingml/2006/main" noGrp="1"/>
          </p:cNvSpPr>
          <p:nvPr/>
        </p:nvSpPr>
        <p:spPr>
          <a:xfrm xmlns:a="http://schemas.openxmlformats.org/drawingml/2006/main">
            <a:off x="4572000" y="3667125"/>
            <a:ext cx="3048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9" name="">
            <a:extLst xmlns:a="http://schemas.openxmlformats.org/drawingml/2006/main">
              <a:ext uri="{FF2B5EF4-FFF2-40B4-BE49-F238E27FC236}">
                <a16:creationId xmlns:a16="http://schemas.microsoft.com/office/drawing/2014/main" id="{E3FE9570-EB78-4A83-991F-44E5BAE6DCE1}"/>
              </a:ext>
            </a:extLst>
          </p:cNvPr>
          <p:cNvSpPr>
            <a:spLocks xmlns:a="http://schemas.openxmlformats.org/drawingml/2006/main" noGrp="1"/>
          </p:cNvSpPr>
          <p:nvPr/>
        </p:nvSpPr>
        <p:spPr>
          <a:xfrm xmlns:a="http://schemas.openxmlformats.org/drawingml/2006/main">
            <a:off x="4724400" y="37814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Ticket QR</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Estado de asistencia</a:t>
            </a:r>
          </a:p>
        </p:txBody>
      </p:sp>
      <p:sp>
        <p:nvSpPr>
          <p:cNvPr id="20" name="">
            <a:extLst xmlns:a="http://schemas.openxmlformats.org/drawingml/2006/main">
              <a:ext uri="{FF2B5EF4-FFF2-40B4-BE49-F238E27FC236}">
                <a16:creationId xmlns:a16="http://schemas.microsoft.com/office/drawing/2014/main" id="{549BAFEB-F4C6-46C0-95D2-125330BE393D}"/>
              </a:ext>
            </a:extLst>
          </p:cNvPr>
          <p:cNvSpPr>
            <a:spLocks xmlns:a="http://schemas.openxmlformats.org/drawingml/2006/main" noGrp="1"/>
          </p:cNvSpPr>
          <p:nvPr/>
        </p:nvSpPr>
        <p:spPr>
          <a:xfrm xmlns:a="http://schemas.openxmlformats.org/drawingml/2006/main">
            <a:off x="8429625" y="3667125"/>
            <a:ext cx="3048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21" name="">
            <a:extLst xmlns:a="http://schemas.openxmlformats.org/drawingml/2006/main">
              <a:ext uri="{FF2B5EF4-FFF2-40B4-BE49-F238E27FC236}">
                <a16:creationId xmlns:a16="http://schemas.microsoft.com/office/drawing/2014/main" id="{8D77773C-9950-4D8A-BF1A-9CF071B025FF}"/>
              </a:ext>
            </a:extLst>
          </p:cNvPr>
          <p:cNvSpPr>
            <a:spLocks xmlns:a="http://schemas.openxmlformats.org/drawingml/2006/main" noGrp="1"/>
          </p:cNvSpPr>
          <p:nvPr/>
        </p:nvSpPr>
        <p:spPr>
          <a:xfrm xmlns:a="http://schemas.openxmlformats.org/drawingml/2006/main">
            <a:off x="8582025" y="37814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Acreditación</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Dashboard de aforo</a:t>
            </a:r>
          </a:p>
        </p:txBody>
      </p:sp>
      <p:sp>
        <p:nvSpPr>
          <p:cNvPr id="22" name="">
            <a:extLst xmlns:a="http://schemas.openxmlformats.org/drawingml/2006/main">
              <a:ext uri="{FF2B5EF4-FFF2-40B4-BE49-F238E27FC236}">
                <a16:creationId xmlns:a16="http://schemas.microsoft.com/office/drawing/2014/main" id="{7F0C4090-BA7E-4840-9C3B-BBB6371F984F}"/>
              </a:ext>
            </a:extLst>
          </p:cNvPr>
          <p:cNvSpPr>
            <a:spLocks xmlns:a="http://schemas.openxmlformats.org/drawingml/2006/main" noGrp="1"/>
          </p:cNvSpPr>
          <p:nvPr/>
        </p:nvSpPr>
        <p:spPr>
          <a:xfrm xmlns:a="http://schemas.openxmlformats.org/drawingml/2006/main">
            <a:off x="2238375" y="3143250"/>
            <a:ext cx="19050" cy="523875"/>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8D7787D-789B-4DF1-8DC6-0821E74CA876}"/>
              </a:ext>
            </a:extLst>
          </p:cNvPr>
          <p:cNvSpPr>
            <a:spLocks xmlns:a="http://schemas.openxmlformats.org/drawingml/2006/main" noGrp="1"/>
          </p:cNvSpPr>
          <p:nvPr/>
        </p:nvSpPr>
        <p:spPr>
          <a:xfrm xmlns:a="http://schemas.openxmlformats.org/drawingml/2006/main">
            <a:off x="6096000" y="3143250"/>
            <a:ext cx="19050" cy="523875"/>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CA45488-53E6-4C81-A2C7-706907419EF8}"/>
              </a:ext>
            </a:extLst>
          </p:cNvPr>
          <p:cNvSpPr>
            <a:spLocks xmlns:a="http://schemas.openxmlformats.org/drawingml/2006/main" noGrp="1"/>
          </p:cNvSpPr>
          <p:nvPr/>
        </p:nvSpPr>
        <p:spPr>
          <a:xfrm xmlns:a="http://schemas.openxmlformats.org/drawingml/2006/main">
            <a:off x="9953625" y="3143250"/>
            <a:ext cx="19050" cy="523875"/>
          </a:xfrm>
          <a:prstGeom xmlns:a="http://schemas.openxmlformats.org/drawingml/2006/main" prst="rect">
            <a:avLst/>
          </a:prstGeom>
          <a:solidFill xmlns:a="http://schemas.openxmlformats.org/drawingml/2006/main">
            <a:srgbClr val="CBD1D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6E3D14D-4220-4EC7-B9E9-90AE9EEF079A}"/>
              </a:ext>
            </a:extLst>
          </p:cNvPr>
          <p:cNvSpPr>
            <a:spLocks xmlns:a="http://schemas.openxmlformats.org/drawingml/2006/main" noGrp="1"/>
          </p:cNvSpPr>
          <p:nvPr/>
        </p:nvSpPr>
        <p:spPr>
          <a:xfrm xmlns:a="http://schemas.openxmlformats.org/drawingml/2006/main">
            <a:off x="714375" y="53340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El usuario puede consultar el detalle aunque el evento esté agotado.</a:t>
            </a:r>
          </a:p>
        </p:txBody>
      </p:sp>
      <p:sp>
        <p:nvSpPr>
          <p:cNvPr id="26" name="">
            <a:extLst xmlns:a="http://schemas.openxmlformats.org/drawingml/2006/main">
              <a:ext uri="{FF2B5EF4-FFF2-40B4-BE49-F238E27FC236}">
                <a16:creationId xmlns:a16="http://schemas.microsoft.com/office/drawing/2014/main" id="{56C8FAFA-EE94-4F14-B22C-37650F6E82B6}"/>
              </a:ext>
            </a:extLst>
          </p:cNvPr>
          <p:cNvSpPr>
            <a:spLocks xmlns:a="http://schemas.openxmlformats.org/drawingml/2006/main" noGrp="1"/>
          </p:cNvSpPr>
          <p:nvPr/>
        </p:nvSpPr>
        <p:spPr>
          <a:xfrm xmlns:a="http://schemas.openxmlformats.org/drawingml/2006/main">
            <a:off x="571500" y="6096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Documentación del diseño actual. No acredita planificación previa.</a:t>
            </a:r>
          </a:p>
        </p:txBody>
      </p:sp>
    </p:spTree>
    <p:extLst>
      <p:ext uri="{BB962C8B-B14F-4D97-AF65-F5344CB8AC3E}">
        <p14:creationId xmlns:p14="http://schemas.microsoft.com/office/powerpoint/2010/main" val="1083201677"/>
      </p:ext>
    </p:extLst>
  </p:cSld>
</p:sld>
</file>

<file path=ppt/slides/slide4.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8F1402-6DEE-4027-B3E3-21E3D43B8CE7}"/>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Wireframe de eventos y detalle</a:t>
            </a:r>
          </a:p>
        </p:txBody>
      </p:sp>
      <p:sp>
        <p:nvSpPr>
          <p:cNvPr id="2" name="">
            <a:extLst xmlns:a="http://schemas.openxmlformats.org/drawingml/2006/main">
              <a:ext uri="{FF2B5EF4-FFF2-40B4-BE49-F238E27FC236}">
                <a16:creationId xmlns:a16="http://schemas.microsoft.com/office/drawing/2014/main" id="{D5787AA6-43BD-46AD-9C9B-99C99695A0A4}"/>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4</a:t>
            </a:r>
          </a:p>
        </p:txBody>
      </p:sp>
      <p:sp>
        <p:nvSpPr>
          <p:cNvPr id="3" name="">
            <a:extLst xmlns:a="http://schemas.openxmlformats.org/drawingml/2006/main">
              <a:ext uri="{FF2B5EF4-FFF2-40B4-BE49-F238E27FC236}">
                <a16:creationId xmlns:a16="http://schemas.microsoft.com/office/drawing/2014/main" id="{5871BDE5-0280-4CC0-B237-22A134600543}"/>
              </a:ext>
            </a:extLst>
          </p:cNvPr>
          <p:cNvSpPr>
            <a:spLocks xmlns:a="http://schemas.openxmlformats.org/drawingml/2006/main" noGrp="1"/>
          </p:cNvSpPr>
          <p:nvPr/>
        </p:nvSpPr>
        <p:spPr>
          <a:xfrm xmlns:a="http://schemas.openxmlformats.org/drawingml/2006/main">
            <a:off x="571500" y="1381125"/>
            <a:ext cx="5619750"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4" name="">
            <a:extLst xmlns:a="http://schemas.openxmlformats.org/drawingml/2006/main">
              <a:ext uri="{FF2B5EF4-FFF2-40B4-BE49-F238E27FC236}">
                <a16:creationId xmlns:a16="http://schemas.microsoft.com/office/drawing/2014/main" id="{7945485F-0798-4F17-AC0B-85FF9161B815}"/>
              </a:ext>
            </a:extLst>
          </p:cNvPr>
          <p:cNvSpPr>
            <a:spLocks xmlns:a="http://schemas.openxmlformats.org/drawingml/2006/main" noGrp="1"/>
          </p:cNvSpPr>
          <p:nvPr/>
        </p:nvSpPr>
        <p:spPr>
          <a:xfrm xmlns:a="http://schemas.openxmlformats.org/drawingml/2006/main">
            <a:off x="723900" y="1495425"/>
            <a:ext cx="531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Eventos    Mi entrada    Organizador</a:t>
            </a:r>
          </a:p>
        </p:txBody>
      </p:sp>
      <p:sp>
        <p:nvSpPr>
          <p:cNvPr id="5" name="">
            <a:extLst xmlns:a="http://schemas.openxmlformats.org/drawingml/2006/main">
              <a:ext uri="{FF2B5EF4-FFF2-40B4-BE49-F238E27FC236}">
                <a16:creationId xmlns:a16="http://schemas.microsoft.com/office/drawing/2014/main" id="{61A8601F-56EB-4C6C-9541-FD631F7704C0}"/>
              </a:ext>
            </a:extLst>
          </p:cNvPr>
          <p:cNvSpPr>
            <a:spLocks xmlns:a="http://schemas.openxmlformats.org/drawingml/2006/main" noGrp="1"/>
          </p:cNvSpPr>
          <p:nvPr/>
        </p:nvSpPr>
        <p:spPr>
          <a:xfrm xmlns:a="http://schemas.openxmlformats.org/drawingml/2006/main">
            <a:off x="571500" y="2047875"/>
            <a:ext cx="5619750"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6" name="">
            <a:extLst xmlns:a="http://schemas.openxmlformats.org/drawingml/2006/main">
              <a:ext uri="{FF2B5EF4-FFF2-40B4-BE49-F238E27FC236}">
                <a16:creationId xmlns:a16="http://schemas.microsoft.com/office/drawing/2014/main" id="{8D289CA3-91C4-4DD0-A5B9-7DAB53643491}"/>
              </a:ext>
            </a:extLst>
          </p:cNvPr>
          <p:cNvSpPr>
            <a:spLocks xmlns:a="http://schemas.openxmlformats.org/drawingml/2006/main" noGrp="1"/>
          </p:cNvSpPr>
          <p:nvPr/>
        </p:nvSpPr>
        <p:spPr>
          <a:xfrm xmlns:a="http://schemas.openxmlformats.org/drawingml/2006/main">
            <a:off x="723900" y="2162175"/>
            <a:ext cx="531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Buscar    Categoría    Disponibilidad</a:t>
            </a:r>
          </a:p>
        </p:txBody>
      </p:sp>
      <p:sp>
        <p:nvSpPr>
          <p:cNvPr id="7" name="">
            <a:extLst xmlns:a="http://schemas.openxmlformats.org/drawingml/2006/main">
              <a:ext uri="{FF2B5EF4-FFF2-40B4-BE49-F238E27FC236}">
                <a16:creationId xmlns:a16="http://schemas.microsoft.com/office/drawing/2014/main" id="{E70543FA-4D0E-4496-8CA6-E2A19D70F171}"/>
              </a:ext>
            </a:extLst>
          </p:cNvPr>
          <p:cNvSpPr>
            <a:spLocks xmlns:a="http://schemas.openxmlformats.org/drawingml/2006/main" noGrp="1"/>
          </p:cNvSpPr>
          <p:nvPr/>
        </p:nvSpPr>
        <p:spPr>
          <a:xfrm xmlns:a="http://schemas.openxmlformats.org/drawingml/2006/main">
            <a:off x="571500" y="2762250"/>
            <a:ext cx="561975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8" name="">
            <a:extLst xmlns:a="http://schemas.openxmlformats.org/drawingml/2006/main">
              <a:ext uri="{FF2B5EF4-FFF2-40B4-BE49-F238E27FC236}">
                <a16:creationId xmlns:a16="http://schemas.microsoft.com/office/drawing/2014/main" id="{AE88AC85-074E-4FA2-B363-22233C31BDE1}"/>
              </a:ext>
            </a:extLst>
          </p:cNvPr>
          <p:cNvSpPr>
            <a:spLocks xmlns:a="http://schemas.openxmlformats.org/drawingml/2006/main" noGrp="1"/>
          </p:cNvSpPr>
          <p:nvPr/>
        </p:nvSpPr>
        <p:spPr>
          <a:xfrm xmlns:a="http://schemas.openxmlformats.org/drawingml/2006/main">
            <a:off x="723900" y="2876550"/>
            <a:ext cx="53149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Evento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Fecha, lugar y descripción breve</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Cupos    Ver detalle    Inscribirme</a:t>
            </a:r>
          </a:p>
        </p:txBody>
      </p:sp>
      <p:sp>
        <p:nvSpPr>
          <p:cNvPr id="9" name="">
            <a:extLst xmlns:a="http://schemas.openxmlformats.org/drawingml/2006/main">
              <a:ext uri="{FF2B5EF4-FFF2-40B4-BE49-F238E27FC236}">
                <a16:creationId xmlns:a16="http://schemas.microsoft.com/office/drawing/2014/main" id="{39924D36-26C9-42C9-8F06-7D88783EE413}"/>
              </a:ext>
            </a:extLst>
          </p:cNvPr>
          <p:cNvSpPr>
            <a:spLocks xmlns:a="http://schemas.openxmlformats.org/drawingml/2006/main" noGrp="1"/>
          </p:cNvSpPr>
          <p:nvPr/>
        </p:nvSpPr>
        <p:spPr>
          <a:xfrm xmlns:a="http://schemas.openxmlformats.org/drawingml/2006/main">
            <a:off x="571500" y="4381500"/>
            <a:ext cx="5619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0" name="">
            <a:extLst xmlns:a="http://schemas.openxmlformats.org/drawingml/2006/main">
              <a:ext uri="{FF2B5EF4-FFF2-40B4-BE49-F238E27FC236}">
                <a16:creationId xmlns:a16="http://schemas.microsoft.com/office/drawing/2014/main" id="{77F965EE-1877-4F8D-82C1-5C829C3DE9E5}"/>
              </a:ext>
            </a:extLst>
          </p:cNvPr>
          <p:cNvSpPr>
            <a:spLocks xmlns:a="http://schemas.openxmlformats.org/drawingml/2006/main" noGrp="1"/>
          </p:cNvSpPr>
          <p:nvPr/>
        </p:nvSpPr>
        <p:spPr>
          <a:xfrm xmlns:a="http://schemas.openxmlformats.org/drawingml/2006/main">
            <a:off x="723900" y="4495800"/>
            <a:ext cx="5314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Evento agotado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Ver detalle disponible</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Inscripción deshabilitada</a:t>
            </a:r>
          </a:p>
        </p:txBody>
      </p:sp>
      <p:sp>
        <p:nvSpPr>
          <p:cNvPr id="11" name="">
            <a:extLst xmlns:a="http://schemas.openxmlformats.org/drawingml/2006/main">
              <a:ext uri="{FF2B5EF4-FFF2-40B4-BE49-F238E27FC236}">
                <a16:creationId xmlns:a16="http://schemas.microsoft.com/office/drawing/2014/main" id="{19FDD610-2CAD-48ED-A75D-E6A0D82B5966}"/>
              </a:ext>
            </a:extLst>
          </p:cNvPr>
          <p:cNvSpPr>
            <a:spLocks xmlns:a="http://schemas.openxmlformats.org/drawingml/2006/main" noGrp="1"/>
          </p:cNvSpPr>
          <p:nvPr/>
        </p:nvSpPr>
        <p:spPr>
          <a:xfrm xmlns:a="http://schemas.openxmlformats.org/drawingml/2006/main">
            <a:off x="6619875" y="1381125"/>
            <a:ext cx="500062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2" name="">
            <a:extLst xmlns:a="http://schemas.openxmlformats.org/drawingml/2006/main">
              <a:ext uri="{FF2B5EF4-FFF2-40B4-BE49-F238E27FC236}">
                <a16:creationId xmlns:a16="http://schemas.microsoft.com/office/drawing/2014/main" id="{17C225B2-DC79-436D-9F3D-B3887D7F4D68}"/>
              </a:ext>
            </a:extLst>
          </p:cNvPr>
          <p:cNvSpPr>
            <a:spLocks xmlns:a="http://schemas.openxmlformats.org/drawingml/2006/main" noGrp="1"/>
          </p:cNvSpPr>
          <p:nvPr/>
        </p:nvSpPr>
        <p:spPr>
          <a:xfrm xmlns:a="http://schemas.openxmlformats.org/drawingml/2006/main">
            <a:off x="6772275" y="1495425"/>
            <a:ext cx="4695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Detalle del evento                 Cerrar</a:t>
            </a:r>
          </a:p>
        </p:txBody>
      </p:sp>
      <p:sp>
        <p:nvSpPr>
          <p:cNvPr id="13" name="">
            <a:extLst xmlns:a="http://schemas.openxmlformats.org/drawingml/2006/main">
              <a:ext uri="{FF2B5EF4-FFF2-40B4-BE49-F238E27FC236}">
                <a16:creationId xmlns:a16="http://schemas.microsoft.com/office/drawing/2014/main" id="{7F8DF1DB-D3C9-4F09-8494-447516551F96}"/>
              </a:ext>
            </a:extLst>
          </p:cNvPr>
          <p:cNvSpPr>
            <a:spLocks xmlns:a="http://schemas.openxmlformats.org/drawingml/2006/main" noGrp="1"/>
          </p:cNvSpPr>
          <p:nvPr/>
        </p:nvSpPr>
        <p:spPr>
          <a:xfrm xmlns:a="http://schemas.openxmlformats.org/drawingml/2006/main">
            <a:off x="6619875" y="2047875"/>
            <a:ext cx="5000625" cy="276225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4" name="">
            <a:extLst xmlns:a="http://schemas.openxmlformats.org/drawingml/2006/main">
              <a:ext uri="{FF2B5EF4-FFF2-40B4-BE49-F238E27FC236}">
                <a16:creationId xmlns:a16="http://schemas.microsoft.com/office/drawing/2014/main" id="{F0B3CD68-F6EE-4F10-88E2-2E79E91CD684}"/>
              </a:ext>
            </a:extLst>
          </p:cNvPr>
          <p:cNvSpPr>
            <a:spLocks xmlns:a="http://schemas.openxmlformats.org/drawingml/2006/main" noGrp="1"/>
          </p:cNvSpPr>
          <p:nvPr/>
        </p:nvSpPr>
        <p:spPr>
          <a:xfrm xmlns:a="http://schemas.openxmlformats.org/drawingml/2006/main">
            <a:off x="6772275" y="2162175"/>
            <a:ext cx="46958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Descripción completa</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Fecha y lugar</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Organizador y categoría</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Interior o al aire libre</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Cupos disponibles</a:t>
            </a:r>
          </a:p>
        </p:txBody>
      </p:sp>
      <p:sp>
        <p:nvSpPr>
          <p:cNvPr id="15" name="">
            <a:extLst xmlns:a="http://schemas.openxmlformats.org/drawingml/2006/main">
              <a:ext uri="{FF2B5EF4-FFF2-40B4-BE49-F238E27FC236}">
                <a16:creationId xmlns:a16="http://schemas.microsoft.com/office/drawing/2014/main" id="{72CD235F-AEC6-4891-903E-16923DE7E43F}"/>
              </a:ext>
            </a:extLst>
          </p:cNvPr>
          <p:cNvSpPr>
            <a:spLocks xmlns:a="http://schemas.openxmlformats.org/drawingml/2006/main" noGrp="1"/>
          </p:cNvSpPr>
          <p:nvPr/>
        </p:nvSpPr>
        <p:spPr>
          <a:xfrm xmlns:a="http://schemas.openxmlformats.org/drawingml/2006/main">
            <a:off x="6619875" y="5000625"/>
            <a:ext cx="5000625"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6" name="">
            <a:extLst xmlns:a="http://schemas.openxmlformats.org/drawingml/2006/main">
              <a:ext uri="{FF2B5EF4-FFF2-40B4-BE49-F238E27FC236}">
                <a16:creationId xmlns:a16="http://schemas.microsoft.com/office/drawing/2014/main" id="{5FA0C422-103B-4954-B11F-C17A215FB1CF}"/>
              </a:ext>
            </a:extLst>
          </p:cNvPr>
          <p:cNvSpPr>
            <a:spLocks xmlns:a="http://schemas.openxmlformats.org/drawingml/2006/main" noGrp="1"/>
          </p:cNvSpPr>
          <p:nvPr/>
        </p:nvSpPr>
        <p:spPr>
          <a:xfrm xmlns:a="http://schemas.openxmlformats.org/drawingml/2006/main">
            <a:off x="6772275" y="5114925"/>
            <a:ext cx="4695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Volver                Inscribirme / Agotado</a:t>
            </a:r>
          </a:p>
        </p:txBody>
      </p:sp>
      <p:sp>
        <p:nvSpPr>
          <p:cNvPr id="17" name="">
            <a:extLst xmlns:a="http://schemas.openxmlformats.org/drawingml/2006/main">
              <a:ext uri="{FF2B5EF4-FFF2-40B4-BE49-F238E27FC236}">
                <a16:creationId xmlns:a16="http://schemas.microsoft.com/office/drawing/2014/main" id="{C922F732-B668-496B-A166-1D1E3F926A12}"/>
              </a:ext>
            </a:extLst>
          </p:cNvPr>
          <p:cNvSpPr>
            <a:spLocks xmlns:a="http://schemas.openxmlformats.org/drawingml/2006/main" noGrp="1"/>
          </p:cNvSpPr>
          <p:nvPr/>
        </p:nvSpPr>
        <p:spPr>
          <a:xfrm xmlns:a="http://schemas.openxmlformats.org/drawingml/2006/main">
            <a:off x="571500" y="6096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Documentación del diseño actual. No acredita planificación previa.</a:t>
            </a:r>
          </a:p>
        </p:txBody>
      </p:sp>
    </p:spTree>
    <p:extLst>
      <p:ext uri="{BB962C8B-B14F-4D97-AF65-F5344CB8AC3E}">
        <p14:creationId xmlns:p14="http://schemas.microsoft.com/office/powerpoint/2010/main" val="699322247"/>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B08C6B-CD62-4025-B5DD-7DBC5823A8F0}"/>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Wireframe de inscripción y entrada</a:t>
            </a:r>
          </a:p>
        </p:txBody>
      </p:sp>
      <p:sp>
        <p:nvSpPr>
          <p:cNvPr id="2" name="">
            <a:extLst xmlns:a="http://schemas.openxmlformats.org/drawingml/2006/main">
              <a:ext uri="{FF2B5EF4-FFF2-40B4-BE49-F238E27FC236}">
                <a16:creationId xmlns:a16="http://schemas.microsoft.com/office/drawing/2014/main" id="{A2E0889A-0E61-4AF3-83AA-0D128F001917}"/>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5</a:t>
            </a:r>
          </a:p>
        </p:txBody>
      </p:sp>
      <p:sp>
        <p:nvSpPr>
          <p:cNvPr id="3" name="">
            <a:extLst xmlns:a="http://schemas.openxmlformats.org/drawingml/2006/main">
              <a:ext uri="{FF2B5EF4-FFF2-40B4-BE49-F238E27FC236}">
                <a16:creationId xmlns:a16="http://schemas.microsoft.com/office/drawing/2014/main" id="{3BEB7C8B-EB87-42CF-A3F9-2556058FA998}"/>
              </a:ext>
            </a:extLst>
          </p:cNvPr>
          <p:cNvSpPr>
            <a:spLocks xmlns:a="http://schemas.openxmlformats.org/drawingml/2006/main" noGrp="1"/>
          </p:cNvSpPr>
          <p:nvPr/>
        </p:nvSpPr>
        <p:spPr>
          <a:xfrm xmlns:a="http://schemas.openxmlformats.org/drawingml/2006/main">
            <a:off x="571500" y="1381125"/>
            <a:ext cx="5286375"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4" name="">
            <a:extLst xmlns:a="http://schemas.openxmlformats.org/drawingml/2006/main">
              <a:ext uri="{FF2B5EF4-FFF2-40B4-BE49-F238E27FC236}">
                <a16:creationId xmlns:a16="http://schemas.microsoft.com/office/drawing/2014/main" id="{3D0121D6-3BBD-4064-8CC8-DAC611154C5C}"/>
              </a:ext>
            </a:extLst>
          </p:cNvPr>
          <p:cNvSpPr>
            <a:spLocks xmlns:a="http://schemas.openxmlformats.org/drawingml/2006/main" noGrp="1"/>
          </p:cNvSpPr>
          <p:nvPr/>
        </p:nvSpPr>
        <p:spPr>
          <a:xfrm xmlns:a="http://schemas.openxmlformats.org/drawingml/2006/main">
            <a:off x="723900" y="1495425"/>
            <a:ext cx="4981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Inscripción                            Cerrar</a:t>
            </a:r>
          </a:p>
        </p:txBody>
      </p:sp>
      <p:sp>
        <p:nvSpPr>
          <p:cNvPr id="5" name="">
            <a:extLst xmlns:a="http://schemas.openxmlformats.org/drawingml/2006/main">
              <a:ext uri="{FF2B5EF4-FFF2-40B4-BE49-F238E27FC236}">
                <a16:creationId xmlns:a16="http://schemas.microsoft.com/office/drawing/2014/main" id="{65654FA4-21A0-4D21-BDD4-FCE69E8A90D8}"/>
              </a:ext>
            </a:extLst>
          </p:cNvPr>
          <p:cNvSpPr>
            <a:spLocks xmlns:a="http://schemas.openxmlformats.org/drawingml/2006/main" noGrp="1"/>
          </p:cNvSpPr>
          <p:nvPr/>
        </p:nvSpPr>
        <p:spPr>
          <a:xfrm xmlns:a="http://schemas.openxmlformats.org/drawingml/2006/main">
            <a:off x="571500" y="2143125"/>
            <a:ext cx="5286375"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6" name="">
            <a:extLst xmlns:a="http://schemas.openxmlformats.org/drawingml/2006/main">
              <a:ext uri="{FF2B5EF4-FFF2-40B4-BE49-F238E27FC236}">
                <a16:creationId xmlns:a16="http://schemas.microsoft.com/office/drawing/2014/main" id="{E29B5571-DA53-40EF-9BED-C86BB52AF51C}"/>
              </a:ext>
            </a:extLst>
          </p:cNvPr>
          <p:cNvSpPr>
            <a:spLocks xmlns:a="http://schemas.openxmlformats.org/drawingml/2006/main" noGrp="1"/>
          </p:cNvSpPr>
          <p:nvPr/>
        </p:nvSpPr>
        <p:spPr>
          <a:xfrm xmlns:a="http://schemas.openxmlformats.org/drawingml/2006/main">
            <a:off x="723900" y="2257425"/>
            <a:ext cx="4981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Pronóstico si el evento es exterior</a:t>
            </a:r>
          </a:p>
        </p:txBody>
      </p:sp>
      <p:sp>
        <p:nvSpPr>
          <p:cNvPr id="7" name="">
            <a:extLst xmlns:a="http://schemas.openxmlformats.org/drawingml/2006/main">
              <a:ext uri="{FF2B5EF4-FFF2-40B4-BE49-F238E27FC236}">
                <a16:creationId xmlns:a16="http://schemas.microsoft.com/office/drawing/2014/main" id="{64D1D52E-13D5-4B27-98BE-E0AA575B93D6}"/>
              </a:ext>
            </a:extLst>
          </p:cNvPr>
          <p:cNvSpPr>
            <a:spLocks xmlns:a="http://schemas.openxmlformats.org/drawingml/2006/main" noGrp="1"/>
          </p:cNvSpPr>
          <p:nvPr/>
        </p:nvSpPr>
        <p:spPr>
          <a:xfrm xmlns:a="http://schemas.openxmlformats.org/drawingml/2006/main">
            <a:off x="571500" y="2905125"/>
            <a:ext cx="5286375"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8" name="">
            <a:extLst xmlns:a="http://schemas.openxmlformats.org/drawingml/2006/main">
              <a:ext uri="{FF2B5EF4-FFF2-40B4-BE49-F238E27FC236}">
                <a16:creationId xmlns:a16="http://schemas.microsoft.com/office/drawing/2014/main" id="{05038696-90E5-48C2-875D-D153FCFEADB6}"/>
              </a:ext>
            </a:extLst>
          </p:cNvPr>
          <p:cNvSpPr>
            <a:spLocks xmlns:a="http://schemas.openxmlformats.org/drawingml/2006/main" noGrp="1"/>
          </p:cNvSpPr>
          <p:nvPr/>
        </p:nvSpPr>
        <p:spPr>
          <a:xfrm xmlns:a="http://schemas.openxmlformats.org/drawingml/2006/main">
            <a:off x="723900" y="3019425"/>
            <a:ext cx="49815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Nombre completo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Correo electrónico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Teléfono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Mensaje de validación</a:t>
            </a:r>
          </a:p>
        </p:txBody>
      </p:sp>
      <p:sp>
        <p:nvSpPr>
          <p:cNvPr id="9" name="">
            <a:extLst xmlns:a="http://schemas.openxmlformats.org/drawingml/2006/main">
              <a:ext uri="{FF2B5EF4-FFF2-40B4-BE49-F238E27FC236}">
                <a16:creationId xmlns:a16="http://schemas.microsoft.com/office/drawing/2014/main" id="{468688A4-9CAE-4B18-94CF-530C6D73A548}"/>
              </a:ext>
            </a:extLst>
          </p:cNvPr>
          <p:cNvSpPr>
            <a:spLocks xmlns:a="http://schemas.openxmlformats.org/drawingml/2006/main" noGrp="1"/>
          </p:cNvSpPr>
          <p:nvPr/>
        </p:nvSpPr>
        <p:spPr>
          <a:xfrm xmlns:a="http://schemas.openxmlformats.org/drawingml/2006/main">
            <a:off x="571500" y="4953000"/>
            <a:ext cx="5286375"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0" name="">
            <a:extLst xmlns:a="http://schemas.openxmlformats.org/drawingml/2006/main">
              <a:ext uri="{FF2B5EF4-FFF2-40B4-BE49-F238E27FC236}">
                <a16:creationId xmlns:a16="http://schemas.microsoft.com/office/drawing/2014/main" id="{D5DC6C86-04A1-41CC-B5CD-0CF4E999734A}"/>
              </a:ext>
            </a:extLst>
          </p:cNvPr>
          <p:cNvSpPr>
            <a:spLocks xmlns:a="http://schemas.openxmlformats.org/drawingml/2006/main" noGrp="1"/>
          </p:cNvSpPr>
          <p:nvPr/>
        </p:nvSpPr>
        <p:spPr>
          <a:xfrm xmlns:a="http://schemas.openxmlformats.org/drawingml/2006/main">
            <a:off x="723900" y="5067300"/>
            <a:ext cx="4981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Cancelar                     Confirmar</a:t>
            </a:r>
          </a:p>
        </p:txBody>
      </p:sp>
      <p:sp>
        <p:nvSpPr>
          <p:cNvPr id="11" name="">
            <a:extLst xmlns:a="http://schemas.openxmlformats.org/drawingml/2006/main">
              <a:ext uri="{FF2B5EF4-FFF2-40B4-BE49-F238E27FC236}">
                <a16:creationId xmlns:a16="http://schemas.microsoft.com/office/drawing/2014/main" id="{F00A163C-D700-431F-83F1-D38AFC6A394F}"/>
              </a:ext>
            </a:extLst>
          </p:cNvPr>
          <p:cNvSpPr>
            <a:spLocks xmlns:a="http://schemas.openxmlformats.org/drawingml/2006/main" noGrp="1"/>
          </p:cNvSpPr>
          <p:nvPr/>
        </p:nvSpPr>
        <p:spPr>
          <a:xfrm xmlns:a="http://schemas.openxmlformats.org/drawingml/2006/main">
            <a:off x="6286500" y="1381125"/>
            <a:ext cx="533400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2" name="">
            <a:extLst xmlns:a="http://schemas.openxmlformats.org/drawingml/2006/main">
              <a:ext uri="{FF2B5EF4-FFF2-40B4-BE49-F238E27FC236}">
                <a16:creationId xmlns:a16="http://schemas.microsoft.com/office/drawing/2014/main" id="{2ECD2265-408D-45BE-A4E4-933C6D0836C0}"/>
              </a:ext>
            </a:extLst>
          </p:cNvPr>
          <p:cNvSpPr>
            <a:spLocks xmlns:a="http://schemas.openxmlformats.org/drawingml/2006/main" noGrp="1"/>
          </p:cNvSpPr>
          <p:nvPr/>
        </p:nvSpPr>
        <p:spPr>
          <a:xfrm xmlns:a="http://schemas.openxmlformats.org/drawingml/2006/main">
            <a:off x="6438900" y="1495425"/>
            <a:ext cx="502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Mi entrada</a:t>
            </a:r>
          </a:p>
        </p:txBody>
      </p:sp>
      <p:sp>
        <p:nvSpPr>
          <p:cNvPr id="13" name="">
            <a:extLst xmlns:a="http://schemas.openxmlformats.org/drawingml/2006/main">
              <a:ext uri="{FF2B5EF4-FFF2-40B4-BE49-F238E27FC236}">
                <a16:creationId xmlns:a16="http://schemas.microsoft.com/office/drawing/2014/main" id="{579FFAF0-4D40-4F61-9C22-D4CD5C05FC25}"/>
              </a:ext>
            </a:extLst>
          </p:cNvPr>
          <p:cNvSpPr>
            <a:spLocks xmlns:a="http://schemas.openxmlformats.org/drawingml/2006/main" noGrp="1"/>
          </p:cNvSpPr>
          <p:nvPr/>
        </p:nvSpPr>
        <p:spPr>
          <a:xfrm xmlns:a="http://schemas.openxmlformats.org/drawingml/2006/main">
            <a:off x="6286500" y="2143125"/>
            <a:ext cx="533400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4" name="">
            <a:extLst xmlns:a="http://schemas.openxmlformats.org/drawingml/2006/main">
              <a:ext uri="{FF2B5EF4-FFF2-40B4-BE49-F238E27FC236}">
                <a16:creationId xmlns:a16="http://schemas.microsoft.com/office/drawing/2014/main" id="{C28CC96B-7350-461F-AD27-8E9765F40E5C}"/>
              </a:ext>
            </a:extLst>
          </p:cNvPr>
          <p:cNvSpPr>
            <a:spLocks xmlns:a="http://schemas.openxmlformats.org/drawingml/2006/main" noGrp="1"/>
          </p:cNvSpPr>
          <p:nvPr/>
        </p:nvSpPr>
        <p:spPr>
          <a:xfrm xmlns:a="http://schemas.openxmlformats.org/drawingml/2006/main">
            <a:off x="6438900" y="2257425"/>
            <a:ext cx="5029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Nombre del evento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Participante y correo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Fecha y lugar</a:t>
            </a:r>
          </a:p>
        </p:txBody>
      </p:sp>
      <p:sp>
        <p:nvSpPr>
          <p:cNvPr id="15" name="">
            <a:extLst xmlns:a="http://schemas.openxmlformats.org/drawingml/2006/main">
              <a:ext uri="{FF2B5EF4-FFF2-40B4-BE49-F238E27FC236}">
                <a16:creationId xmlns:a16="http://schemas.microsoft.com/office/drawing/2014/main" id="{4F3B5F21-1559-44A4-B036-48A1B0D25736}"/>
              </a:ext>
            </a:extLst>
          </p:cNvPr>
          <p:cNvSpPr>
            <a:spLocks xmlns:a="http://schemas.openxmlformats.org/drawingml/2006/main" noGrp="1"/>
          </p:cNvSpPr>
          <p:nvPr/>
        </p:nvSpPr>
        <p:spPr>
          <a:xfrm xmlns:a="http://schemas.openxmlformats.org/drawingml/2006/main">
            <a:off x="6286500" y="3857625"/>
            <a:ext cx="5334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6" name="">
            <a:extLst xmlns:a="http://schemas.openxmlformats.org/drawingml/2006/main">
              <a:ext uri="{FF2B5EF4-FFF2-40B4-BE49-F238E27FC236}">
                <a16:creationId xmlns:a16="http://schemas.microsoft.com/office/drawing/2014/main" id="{705169ED-394B-41DB-8243-6B8C48E3875B}"/>
              </a:ext>
            </a:extLst>
          </p:cNvPr>
          <p:cNvSpPr>
            <a:spLocks xmlns:a="http://schemas.openxmlformats.org/drawingml/2006/main" noGrp="1"/>
          </p:cNvSpPr>
          <p:nvPr/>
        </p:nvSpPr>
        <p:spPr>
          <a:xfrm xmlns:a="http://schemas.openxmlformats.org/drawingml/2006/main">
            <a:off x="6438900" y="3971925"/>
            <a:ext cx="502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Código QR</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Código de acreditación</a:t>
            </a:r>
          </a:p>
        </p:txBody>
      </p:sp>
      <p:sp>
        <p:nvSpPr>
          <p:cNvPr id="17" name="">
            <a:extLst xmlns:a="http://schemas.openxmlformats.org/drawingml/2006/main">
              <a:ext uri="{FF2B5EF4-FFF2-40B4-BE49-F238E27FC236}">
                <a16:creationId xmlns:a16="http://schemas.microsoft.com/office/drawing/2014/main" id="{DC048078-E9AA-44A0-B9E0-AA3807DED07C}"/>
              </a:ext>
            </a:extLst>
          </p:cNvPr>
          <p:cNvSpPr>
            <a:spLocks xmlns:a="http://schemas.openxmlformats.org/drawingml/2006/main" noGrp="1"/>
          </p:cNvSpPr>
          <p:nvPr/>
        </p:nvSpPr>
        <p:spPr>
          <a:xfrm xmlns:a="http://schemas.openxmlformats.org/drawingml/2006/main">
            <a:off x="6286500" y="5000625"/>
            <a:ext cx="53340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18" name="">
            <a:extLst xmlns:a="http://schemas.openxmlformats.org/drawingml/2006/main">
              <a:ext uri="{FF2B5EF4-FFF2-40B4-BE49-F238E27FC236}">
                <a16:creationId xmlns:a16="http://schemas.microsoft.com/office/drawing/2014/main" id="{FB859BA0-09E7-46E1-BE81-50514731ED16}"/>
              </a:ext>
            </a:extLst>
          </p:cNvPr>
          <p:cNvSpPr>
            <a:spLocks xmlns:a="http://schemas.openxmlformats.org/drawingml/2006/main" noGrp="1"/>
          </p:cNvSpPr>
          <p:nvPr/>
        </p:nvSpPr>
        <p:spPr>
          <a:xfrm xmlns:a="http://schemas.openxmlformats.org/drawingml/2006/main">
            <a:off x="6438900" y="5114925"/>
            <a:ext cx="502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Inscrito / Asistencia registrada</a:t>
            </a:r>
          </a:p>
        </p:txBody>
      </p:sp>
      <p:sp>
        <p:nvSpPr>
          <p:cNvPr id="19" name="">
            <a:extLst xmlns:a="http://schemas.openxmlformats.org/drawingml/2006/main">
              <a:ext uri="{FF2B5EF4-FFF2-40B4-BE49-F238E27FC236}">
                <a16:creationId xmlns:a16="http://schemas.microsoft.com/office/drawing/2014/main" id="{8A651882-2353-4DCD-864D-9FB8157307D7}"/>
              </a:ext>
            </a:extLst>
          </p:cNvPr>
          <p:cNvSpPr>
            <a:spLocks xmlns:a="http://schemas.openxmlformats.org/drawingml/2006/main" noGrp="1"/>
          </p:cNvSpPr>
          <p:nvPr/>
        </p:nvSpPr>
        <p:spPr>
          <a:xfrm xmlns:a="http://schemas.openxmlformats.org/drawingml/2006/main">
            <a:off x="571500" y="6096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Documentación del diseño actual. No acredita planificación previa.</a:t>
            </a:r>
          </a:p>
        </p:txBody>
      </p:sp>
    </p:spTree>
    <p:extLst>
      <p:ext uri="{BB962C8B-B14F-4D97-AF65-F5344CB8AC3E}">
        <p14:creationId xmlns:p14="http://schemas.microsoft.com/office/powerpoint/2010/main" val="200444101"/>
      </p:ext>
    </p:extLst>
  </p:cSld>
</p:sld>
</file>

<file path=ppt/slides/slide6.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5B4A53-4D5C-4243-93D7-F8133EF45B34}"/>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Wireframe del organizador</a:t>
            </a:r>
          </a:p>
        </p:txBody>
      </p:sp>
      <p:sp>
        <p:nvSpPr>
          <p:cNvPr id="2" name="">
            <a:extLst xmlns:a="http://schemas.openxmlformats.org/drawingml/2006/main">
              <a:ext uri="{FF2B5EF4-FFF2-40B4-BE49-F238E27FC236}">
                <a16:creationId xmlns:a16="http://schemas.microsoft.com/office/drawing/2014/main" id="{69F5FC6E-D6DC-4F21-BE76-5FA9647059BD}"/>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6</a:t>
            </a:r>
          </a:p>
        </p:txBody>
      </p:sp>
      <p:sp>
        <p:nvSpPr>
          <p:cNvPr id="3" name="">
            <a:extLst xmlns:a="http://schemas.openxmlformats.org/drawingml/2006/main">
              <a:ext uri="{FF2B5EF4-FFF2-40B4-BE49-F238E27FC236}">
                <a16:creationId xmlns:a16="http://schemas.microsoft.com/office/drawing/2014/main" id="{95456882-3EF7-41D1-A575-D0EC46B02F7D}"/>
              </a:ext>
            </a:extLst>
          </p:cNvPr>
          <p:cNvSpPr>
            <a:spLocks xmlns:a="http://schemas.openxmlformats.org/drawingml/2006/main" noGrp="1"/>
          </p:cNvSpPr>
          <p:nvPr/>
        </p:nvSpPr>
        <p:spPr>
          <a:xfrm xmlns:a="http://schemas.openxmlformats.org/drawingml/2006/main">
            <a:off x="571500" y="1428750"/>
            <a:ext cx="11049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4" name="">
            <a:extLst xmlns:a="http://schemas.openxmlformats.org/drawingml/2006/main">
              <a:ext uri="{FF2B5EF4-FFF2-40B4-BE49-F238E27FC236}">
                <a16:creationId xmlns:a16="http://schemas.microsoft.com/office/drawing/2014/main" id="{EB8B6E63-3CD5-41B4-8110-461C352B5EEC}"/>
              </a:ext>
            </a:extLst>
          </p:cNvPr>
          <p:cNvSpPr>
            <a:spLocks xmlns:a="http://schemas.openxmlformats.org/drawingml/2006/main" noGrp="1"/>
          </p:cNvSpPr>
          <p:nvPr/>
        </p:nvSpPr>
        <p:spPr>
          <a:xfrm xmlns:a="http://schemas.openxmlformats.org/drawingml/2006/main">
            <a:off x="723900" y="1543050"/>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Organizador     Acreditación     Dashboard</a:t>
            </a:r>
          </a:p>
        </p:txBody>
      </p:sp>
      <p:sp>
        <p:nvSpPr>
          <p:cNvPr id="5" name="">
            <a:extLst xmlns:a="http://schemas.openxmlformats.org/drawingml/2006/main">
              <a:ext uri="{FF2B5EF4-FFF2-40B4-BE49-F238E27FC236}">
                <a16:creationId xmlns:a16="http://schemas.microsoft.com/office/drawing/2014/main" id="{D2A1D69D-54B1-4DA2-820B-3D4B6AB28D8F}"/>
              </a:ext>
            </a:extLst>
          </p:cNvPr>
          <p:cNvSpPr>
            <a:spLocks xmlns:a="http://schemas.openxmlformats.org/drawingml/2006/main" noGrp="1"/>
          </p:cNvSpPr>
          <p:nvPr/>
        </p:nvSpPr>
        <p:spPr>
          <a:xfrm xmlns:a="http://schemas.openxmlformats.org/drawingml/2006/main">
            <a:off x="571500" y="2428875"/>
            <a:ext cx="5286375"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6" name="">
            <a:extLst xmlns:a="http://schemas.openxmlformats.org/drawingml/2006/main">
              <a:ext uri="{FF2B5EF4-FFF2-40B4-BE49-F238E27FC236}">
                <a16:creationId xmlns:a16="http://schemas.microsoft.com/office/drawing/2014/main" id="{14018971-4F09-49EF-867E-EC82491CFAB0}"/>
              </a:ext>
            </a:extLst>
          </p:cNvPr>
          <p:cNvSpPr>
            <a:spLocks xmlns:a="http://schemas.openxmlformats.org/drawingml/2006/main" noGrp="1"/>
          </p:cNvSpPr>
          <p:nvPr/>
        </p:nvSpPr>
        <p:spPr>
          <a:xfrm xmlns:a="http://schemas.openxmlformats.org/drawingml/2006/main">
            <a:off x="723900" y="2543175"/>
            <a:ext cx="49815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Acreditación</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Código de entrada</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Buscar</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Resultado y confirmar asistencia</a:t>
            </a:r>
          </a:p>
        </p:txBody>
      </p:sp>
      <p:sp>
        <p:nvSpPr>
          <p:cNvPr id="7" name="">
            <a:extLst xmlns:a="http://schemas.openxmlformats.org/drawingml/2006/main">
              <a:ext uri="{FF2B5EF4-FFF2-40B4-BE49-F238E27FC236}">
                <a16:creationId xmlns:a16="http://schemas.microsoft.com/office/drawing/2014/main" id="{5DAAE680-5658-4C37-BBE9-5BFAABFADC65}"/>
              </a:ext>
            </a:extLst>
          </p:cNvPr>
          <p:cNvSpPr>
            <a:spLocks xmlns:a="http://schemas.openxmlformats.org/drawingml/2006/main" noGrp="1"/>
          </p:cNvSpPr>
          <p:nvPr/>
        </p:nvSpPr>
        <p:spPr>
          <a:xfrm xmlns:a="http://schemas.openxmlformats.org/drawingml/2006/main">
            <a:off x="6334125" y="2428875"/>
            <a:ext cx="5286375"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CBD1DB"/>
            </a:solidFill>
          </a:ln>
        </p:spPr>
      </p:sp>
      <p:sp>
        <p:nvSpPr>
          <p:cNvPr id="8" name="">
            <a:extLst xmlns:a="http://schemas.openxmlformats.org/drawingml/2006/main">
              <a:ext uri="{FF2B5EF4-FFF2-40B4-BE49-F238E27FC236}">
                <a16:creationId xmlns:a16="http://schemas.microsoft.com/office/drawing/2014/main" id="{CEED5EB0-D713-418E-8678-B39C8AC5DE76}"/>
              </a:ext>
            </a:extLst>
          </p:cNvPr>
          <p:cNvSpPr>
            <a:spLocks xmlns:a="http://schemas.openxmlformats.org/drawingml/2006/main" noGrp="1"/>
          </p:cNvSpPr>
          <p:nvPr/>
        </p:nvSpPr>
        <p:spPr>
          <a:xfrm xmlns:a="http://schemas.openxmlformats.org/drawingml/2006/main">
            <a:off x="6486525" y="2543175"/>
            <a:ext cx="49815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B2A4A"/>
                </a:solidFill>
                <a:latin typeface="Arial"/>
                <a:ea typeface="Arial"/>
                <a:cs typeface="Arial"/>
              </a:defRPr>
            </a:defPPr>
          </a:lstStyle>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Dashboard por evento</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Total de inscritos</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Asistentes acreditados</a:t>
            </a:r>
          </a:p>
          <a:p xmlns:a="http://schemas.openxmlformats.org/drawingml/2006/main">
            <a:pPr>
              <a:defRPr sz="1725" b="0">
                <a:solidFill>
                  <a:srgbClr val="1B2A4A"/>
                </a:solidFill>
                <a:latin typeface="Arial"/>
                <a:ea typeface="Arial"/>
                <a:cs typeface="Arial"/>
              </a:defRPr>
            </a:pPr>
            <a:r>
              <a:rPr sz="1725" b="0">
                <a:solidFill>
                  <a:srgbClr val="1B2A4A"/>
                </a:solidFill>
                <a:latin typeface="Arial"/>
                <a:ea typeface="Arial"/>
                <a:cs typeface="Arial"/>
              </a:rPr>
              <a:t>Cupos restantes y barra de aforo</a:t>
            </a:r>
          </a:p>
        </p:txBody>
      </p:sp>
      <p:sp>
        <p:nvSpPr>
          <p:cNvPr id="9" name="">
            <a:extLst xmlns:a="http://schemas.openxmlformats.org/drawingml/2006/main">
              <a:ext uri="{FF2B5EF4-FFF2-40B4-BE49-F238E27FC236}">
                <a16:creationId xmlns:a16="http://schemas.microsoft.com/office/drawing/2014/main" id="{57B04FD6-0328-4635-B486-6FF8A7CDC1BB}"/>
              </a:ext>
            </a:extLst>
          </p:cNvPr>
          <p:cNvSpPr>
            <a:spLocks xmlns:a="http://schemas.openxmlformats.org/drawingml/2006/main" noGrp="1"/>
          </p:cNvSpPr>
          <p:nvPr/>
        </p:nvSpPr>
        <p:spPr>
          <a:xfrm xmlns:a="http://schemas.openxmlformats.org/drawingml/2006/main">
            <a:off x="571500" y="5429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B2A4A"/>
                </a:solidFill>
                <a:latin typeface="Arial"/>
                <a:ea typeface="Arial"/>
                <a:cs typeface="Arial"/>
              </a:defRPr>
            </a:defPPr>
          </a:lstStyle>
          <a:p xmlns:a="http://schemas.openxmlformats.org/drawingml/2006/main">
            <a:pPr>
              <a:defRPr sz="2025" b="0">
                <a:solidFill>
                  <a:srgbClr val="1B2A4A"/>
                </a:solidFill>
                <a:latin typeface="Arial"/>
                <a:ea typeface="Arial"/>
                <a:cs typeface="Arial"/>
              </a:defRPr>
            </a:pPr>
            <a:r>
              <a:rPr sz="2025" b="0">
                <a:solidFill>
                  <a:srgbClr val="1B2A4A"/>
                </a:solidFill>
                <a:latin typeface="Arial"/>
                <a:ea typeface="Arial"/>
                <a:cs typeface="Arial"/>
              </a:rPr>
              <a:t>Estados visibles: código inexistente, entrada válida y asistencia repetida.</a:t>
            </a:r>
          </a:p>
        </p:txBody>
      </p:sp>
      <p:sp>
        <p:nvSpPr>
          <p:cNvPr id="10" name="">
            <a:extLst xmlns:a="http://schemas.openxmlformats.org/drawingml/2006/main">
              <a:ext uri="{FF2B5EF4-FFF2-40B4-BE49-F238E27FC236}">
                <a16:creationId xmlns:a16="http://schemas.microsoft.com/office/drawing/2014/main" id="{3E6B869E-EFBE-423F-9288-1AFDC9C5BE61}"/>
              </a:ext>
            </a:extLst>
          </p:cNvPr>
          <p:cNvSpPr>
            <a:spLocks xmlns:a="http://schemas.openxmlformats.org/drawingml/2006/main" noGrp="1"/>
          </p:cNvSpPr>
          <p:nvPr/>
        </p:nvSpPr>
        <p:spPr>
          <a:xfrm xmlns:a="http://schemas.openxmlformats.org/drawingml/2006/main">
            <a:off x="571500" y="6096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Documentación del diseño actual. No acredita planificación previa.</a:t>
            </a:r>
          </a:p>
        </p:txBody>
      </p:sp>
    </p:spTree>
    <p:extLst>
      <p:ext uri="{BB962C8B-B14F-4D97-AF65-F5344CB8AC3E}">
        <p14:creationId xmlns:p14="http://schemas.microsoft.com/office/powerpoint/2010/main" val="1271549906"/>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D06FB4-07B5-49D9-B57C-F8A7EBCD0521}"/>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Diseño visual y componentes</a:t>
            </a:r>
          </a:p>
        </p:txBody>
      </p:sp>
      <p:sp>
        <p:nvSpPr>
          <p:cNvPr id="2" name="">
            <a:extLst xmlns:a="http://schemas.openxmlformats.org/drawingml/2006/main">
              <a:ext uri="{FF2B5EF4-FFF2-40B4-BE49-F238E27FC236}">
                <a16:creationId xmlns:a16="http://schemas.microsoft.com/office/drawing/2014/main" id="{C7F22D6D-3211-4354-9E5C-B6CFBD8E859F}"/>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7</a:t>
            </a:r>
          </a:p>
        </p:txBody>
      </p:sp>
      <p:sp>
        <p:nvSpPr>
          <p:cNvPr id="3" name="">
            <a:extLst xmlns:a="http://schemas.openxmlformats.org/drawingml/2006/main">
              <a:ext uri="{FF2B5EF4-FFF2-40B4-BE49-F238E27FC236}">
                <a16:creationId xmlns:a16="http://schemas.microsoft.com/office/drawing/2014/main" id="{ECE31AB9-8902-44F9-BB7B-C233F78C91CD}"/>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CEA1EFC-7643-4C7A-AC75-336CB3451E21}"/>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Jerarquía: título, acciones principales, contenido y mensajes.</a:t>
            </a:r>
          </a:p>
        </p:txBody>
      </p:sp>
      <p:sp>
        <p:nvSpPr>
          <p:cNvPr id="5" name="">
            <a:extLst xmlns:a="http://schemas.openxmlformats.org/drawingml/2006/main">
              <a:ext uri="{FF2B5EF4-FFF2-40B4-BE49-F238E27FC236}">
                <a16:creationId xmlns:a16="http://schemas.microsoft.com/office/drawing/2014/main" id="{40AFADEA-A354-4536-B448-2DCA7E8FF536}"/>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C007DD7-3E1B-49F5-8027-0BF2261A24CC}"/>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Identidad: azul oscuro, ámbar y motivo de entrada perforada.</a:t>
            </a:r>
          </a:p>
        </p:txBody>
      </p:sp>
      <p:sp>
        <p:nvSpPr>
          <p:cNvPr id="7" name="">
            <a:extLst xmlns:a="http://schemas.openxmlformats.org/drawingml/2006/main">
              <a:ext uri="{FF2B5EF4-FFF2-40B4-BE49-F238E27FC236}">
                <a16:creationId xmlns:a16="http://schemas.microsoft.com/office/drawing/2014/main" id="{27678033-C200-449A-96A5-36DF8B34DA03}"/>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76DE0E7B-32BF-40BD-9021-72CEC15D7EA6}"/>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Tipografías: Space Grotesk en títulos y Public Sans en cuerpo.</a:t>
            </a:r>
          </a:p>
        </p:txBody>
      </p:sp>
      <p:sp>
        <p:nvSpPr>
          <p:cNvPr id="9" name="">
            <a:extLst xmlns:a="http://schemas.openxmlformats.org/drawingml/2006/main">
              <a:ext uri="{FF2B5EF4-FFF2-40B4-BE49-F238E27FC236}">
                <a16:creationId xmlns:a16="http://schemas.microsoft.com/office/drawing/2014/main" id="{DA630A98-3713-4CF5-AC58-17DDBA486D5A}"/>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67D190AB-9AB7-42F8-A0CA-549E520FF7DE}"/>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Reutilización: EventoCard, Ticket, filtros y componentes de formulario.</a:t>
            </a:r>
          </a:p>
        </p:txBody>
      </p:sp>
      <p:sp>
        <p:nvSpPr>
          <p:cNvPr id="11" name="">
            <a:extLst xmlns:a="http://schemas.openxmlformats.org/drawingml/2006/main">
              <a:ext uri="{FF2B5EF4-FFF2-40B4-BE49-F238E27FC236}">
                <a16:creationId xmlns:a16="http://schemas.microsoft.com/office/drawing/2014/main" id="{BFB31777-01FA-4DB8-9633-7CB62046124A}"/>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F22F8A39-D1F8-4602-AE70-6FA09129D5FC}"/>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Responsive: tarjetas y tickets se apilan en pantallas pequeñas.</a:t>
            </a:r>
          </a:p>
        </p:txBody>
      </p:sp>
    </p:spTree>
    <p:extLst>
      <p:ext uri="{BB962C8B-B14F-4D97-AF65-F5344CB8AC3E}">
        <p14:creationId xmlns:p14="http://schemas.microsoft.com/office/powerpoint/2010/main" val="1140914695"/>
      </p:ext>
    </p:extLst>
  </p:cSld>
</p:sld>
</file>

<file path=ppt/slides/slide8.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FAB46F-7DFC-48A6-9411-3744C076F516}"/>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React y gestión de datos</a:t>
            </a:r>
          </a:p>
        </p:txBody>
      </p:sp>
      <p:sp>
        <p:nvSpPr>
          <p:cNvPr id="2" name="">
            <a:extLst xmlns:a="http://schemas.openxmlformats.org/drawingml/2006/main">
              <a:ext uri="{FF2B5EF4-FFF2-40B4-BE49-F238E27FC236}">
                <a16:creationId xmlns:a16="http://schemas.microsoft.com/office/drawing/2014/main" id="{1E5E3706-F6BB-40F7-A5B5-E1BAF3047082}"/>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8</a:t>
            </a:r>
          </a:p>
        </p:txBody>
      </p:sp>
      <p:sp>
        <p:nvSpPr>
          <p:cNvPr id="3" name="">
            <a:extLst xmlns:a="http://schemas.openxmlformats.org/drawingml/2006/main">
              <a:ext uri="{FF2B5EF4-FFF2-40B4-BE49-F238E27FC236}">
                <a16:creationId xmlns:a16="http://schemas.microsoft.com/office/drawing/2014/main" id="{A3BD24A8-2AFF-4B3D-9AC8-9733D9722506}"/>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1E34352-6F6F-43B6-9118-9F5AB2AAD6A9}"/>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App administra los datos compartidos y la navegación.</a:t>
            </a:r>
          </a:p>
        </p:txBody>
      </p:sp>
      <p:sp>
        <p:nvSpPr>
          <p:cNvPr id="5" name="">
            <a:extLst xmlns:a="http://schemas.openxmlformats.org/drawingml/2006/main">
              <a:ext uri="{FF2B5EF4-FFF2-40B4-BE49-F238E27FC236}">
                <a16:creationId xmlns:a16="http://schemas.microsoft.com/office/drawing/2014/main" id="{46591469-92E8-4661-8C5D-9652ADCD57B7}"/>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BBD8785-1B5F-4EFD-9B80-B69E7D3F9218}"/>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Las props entregan datos y acciones a componentes hijos.</a:t>
            </a:r>
          </a:p>
        </p:txBody>
      </p:sp>
      <p:sp>
        <p:nvSpPr>
          <p:cNvPr id="7" name="">
            <a:extLst xmlns:a="http://schemas.openxmlformats.org/drawingml/2006/main">
              <a:ext uri="{FF2B5EF4-FFF2-40B4-BE49-F238E27FC236}">
                <a16:creationId xmlns:a16="http://schemas.microsoft.com/office/drawing/2014/main" id="{AD800BC7-C26B-473E-A144-56B007CE5F30}"/>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5B82541B-ACA4-45E6-B245-F106EFF49E9A}"/>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useState mantiene formularios, filtros y estados de la interfaz.</a:t>
            </a:r>
          </a:p>
        </p:txBody>
      </p:sp>
      <p:sp>
        <p:nvSpPr>
          <p:cNvPr id="9" name="">
            <a:extLst xmlns:a="http://schemas.openxmlformats.org/drawingml/2006/main">
              <a:ext uri="{FF2B5EF4-FFF2-40B4-BE49-F238E27FC236}">
                <a16:creationId xmlns:a16="http://schemas.microsoft.com/office/drawing/2014/main" id="{14DF6A65-8A9E-4CA9-88C2-8F0C5A781698}"/>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5A667A41-7E5F-4C97-8D5B-2A8BF40E8256}"/>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JSON inicia los eventos y localStorage conserva las inscripciones.</a:t>
            </a:r>
          </a:p>
        </p:txBody>
      </p:sp>
      <p:sp>
        <p:nvSpPr>
          <p:cNvPr id="11" name="">
            <a:extLst xmlns:a="http://schemas.openxmlformats.org/drawingml/2006/main">
              <a:ext uri="{FF2B5EF4-FFF2-40B4-BE49-F238E27FC236}">
                <a16:creationId xmlns:a16="http://schemas.microsoft.com/office/drawing/2014/main" id="{DD2663B3-86AC-4CD6-93D2-0D77A6C1CDEF}"/>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E3714D58-DCE4-4910-A24C-6297DE928530}"/>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El aforo se calcula: base simulada más inscripciones nuevas.</a:t>
            </a:r>
          </a:p>
        </p:txBody>
      </p:sp>
    </p:spTree>
    <p:extLst>
      <p:ext uri="{BB962C8B-B14F-4D97-AF65-F5344CB8AC3E}">
        <p14:creationId xmlns:p14="http://schemas.microsoft.com/office/powerpoint/2010/main" val="244064770"/>
      </p:ext>
    </p:extLst>
  </p:cSld>
</p:sld>
</file>

<file path=ppt/slides/slide9.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B5FEA9A-5B1D-4221-9827-61A777E1C799}"/>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API de clima para eventos exteriores</a:t>
            </a:r>
          </a:p>
        </p:txBody>
      </p:sp>
      <p:sp>
        <p:nvSpPr>
          <p:cNvPr id="2" name="">
            <a:extLst xmlns:a="http://schemas.openxmlformats.org/drawingml/2006/main">
              <a:ext uri="{FF2B5EF4-FFF2-40B4-BE49-F238E27FC236}">
                <a16:creationId xmlns:a16="http://schemas.microsoft.com/office/drawing/2014/main" id="{3CE19B3E-61DC-4B64-AA8B-33705490B9AB}"/>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9</a:t>
            </a:r>
          </a:p>
        </p:txBody>
      </p:sp>
      <p:sp>
        <p:nvSpPr>
          <p:cNvPr id="3" name="">
            <a:extLst xmlns:a="http://schemas.openxmlformats.org/drawingml/2006/main">
              <a:ext uri="{FF2B5EF4-FFF2-40B4-BE49-F238E27FC236}">
                <a16:creationId xmlns:a16="http://schemas.microsoft.com/office/drawing/2014/main" id="{C0B69EF0-81C4-4D47-B9F3-C9E97A6202F1}"/>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11782E7-A17E-4DF9-822B-3238E0C334A4}"/>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Open-Meteo aporta el pronóstico antes de inscribirse.</a:t>
            </a:r>
          </a:p>
        </p:txBody>
      </p:sp>
      <p:sp>
        <p:nvSpPr>
          <p:cNvPr id="5" name="">
            <a:extLst xmlns:a="http://schemas.openxmlformats.org/drawingml/2006/main">
              <a:ext uri="{FF2B5EF4-FFF2-40B4-BE49-F238E27FC236}">
                <a16:creationId xmlns:a16="http://schemas.microsoft.com/office/drawing/2014/main" id="{9C59E0AD-C44A-400D-8CF4-E6F1FD326765}"/>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43B4AF2-5982-4B5D-8661-381F62567CE2}"/>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fetch consulta coordenadas y fecha del evento.</a:t>
            </a:r>
          </a:p>
        </p:txBody>
      </p:sp>
      <p:sp>
        <p:nvSpPr>
          <p:cNvPr id="7" name="">
            <a:extLst xmlns:a="http://schemas.openxmlformats.org/drawingml/2006/main">
              <a:ext uri="{FF2B5EF4-FFF2-40B4-BE49-F238E27FC236}">
                <a16:creationId xmlns:a16="http://schemas.microsoft.com/office/drawing/2014/main" id="{28681B24-72A1-4990-8004-0572939A21B7}"/>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EA63462B-FB85-40B1-9530-1735462EB876}"/>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La respuesta aporta temperaturas y condición meteorológica.</a:t>
            </a:r>
          </a:p>
        </p:txBody>
      </p:sp>
      <p:sp>
        <p:nvSpPr>
          <p:cNvPr id="9" name="">
            <a:extLst xmlns:a="http://schemas.openxmlformats.org/drawingml/2006/main">
              <a:ext uri="{FF2B5EF4-FFF2-40B4-BE49-F238E27FC236}">
                <a16:creationId xmlns:a16="http://schemas.microsoft.com/office/drawing/2014/main" id="{E7C0A977-A2EB-401D-A7B8-51094723F9EB}"/>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A49ADC8B-9DE2-48CF-B2B5-3C9D2CB99252}"/>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La interfaz distingue carga, error, ausencia de datos y resultado.</a:t>
            </a:r>
          </a:p>
        </p:txBody>
      </p:sp>
      <p:sp>
        <p:nvSpPr>
          <p:cNvPr id="11" name="">
            <a:extLst xmlns:a="http://schemas.openxmlformats.org/drawingml/2006/main">
              <a:ext uri="{FF2B5EF4-FFF2-40B4-BE49-F238E27FC236}">
                <a16:creationId xmlns:a16="http://schemas.microsoft.com/office/drawing/2014/main" id="{B9C07690-842B-4009-B7CF-5621CFF503E4}"/>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26663461-3240-4020-8649-34FF3DFC8F6E}"/>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Si falla la consulta, el formulario sigue disponible.</a:t>
            </a:r>
          </a:p>
        </p:txBody>
      </p:sp>
    </p:spTree>
    <p:extLst>
      <p:ext uri="{BB962C8B-B14F-4D97-AF65-F5344CB8AC3E}">
        <p14:creationId xmlns:p14="http://schemas.microsoft.com/office/powerpoint/2010/main" val="935618554"/>
      </p:ext>
    </p:extLst>
  </p:cSld>
</p:sld>
</file>

<file path=ppt/slides/slide10.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F62595-424E-4B0A-9E13-8B39FD5BBB22}"/>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Demostración en vivo</a:t>
            </a:r>
          </a:p>
        </p:txBody>
      </p:sp>
      <p:sp>
        <p:nvSpPr>
          <p:cNvPr id="2" name="">
            <a:extLst xmlns:a="http://schemas.openxmlformats.org/drawingml/2006/main">
              <a:ext uri="{FF2B5EF4-FFF2-40B4-BE49-F238E27FC236}">
                <a16:creationId xmlns:a16="http://schemas.microsoft.com/office/drawing/2014/main" id="{58875846-37B1-45EA-BC65-5E58E5AC485C}"/>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10</a:t>
            </a:r>
          </a:p>
        </p:txBody>
      </p:sp>
      <p:sp>
        <p:nvSpPr>
          <p:cNvPr id="3" name="">
            <a:extLst xmlns:a="http://schemas.openxmlformats.org/drawingml/2006/main">
              <a:ext uri="{FF2B5EF4-FFF2-40B4-BE49-F238E27FC236}">
                <a16:creationId xmlns:a16="http://schemas.microsoft.com/office/drawing/2014/main" id="{C15E5EA1-0E49-4329-81F7-4D6F0302EE13}"/>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640FAE4-942C-4A71-B1F1-CEAA9910680F}"/>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Buscar un evento y consultar su detalle.</a:t>
            </a:r>
          </a:p>
        </p:txBody>
      </p:sp>
      <p:sp>
        <p:nvSpPr>
          <p:cNvPr id="5" name="">
            <a:extLst xmlns:a="http://schemas.openxmlformats.org/drawingml/2006/main">
              <a:ext uri="{FF2B5EF4-FFF2-40B4-BE49-F238E27FC236}">
                <a16:creationId xmlns:a16="http://schemas.microsoft.com/office/drawing/2014/main" id="{AB594AA0-57EE-41B3-931A-996B01AC766D}"/>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3220619-7AB9-4FAF-91D0-EB4370110617}"/>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Mostrar validaciones y generar una entrada QR.</a:t>
            </a:r>
          </a:p>
        </p:txBody>
      </p:sp>
      <p:sp>
        <p:nvSpPr>
          <p:cNvPr id="7" name="">
            <a:extLst xmlns:a="http://schemas.openxmlformats.org/drawingml/2006/main">
              <a:ext uri="{FF2B5EF4-FFF2-40B4-BE49-F238E27FC236}">
                <a16:creationId xmlns:a16="http://schemas.microsoft.com/office/drawing/2014/main" id="{A92404A2-E09A-410F-842E-D7869973B4DE}"/>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2083BEA-7F9E-4964-8FDA-0C52C264CA01}"/>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Acreditar la entrada y comprobar el rechazo de una segunda acreditación.</a:t>
            </a:r>
          </a:p>
        </p:txBody>
      </p:sp>
      <p:sp>
        <p:nvSpPr>
          <p:cNvPr id="9" name="">
            <a:extLst xmlns:a="http://schemas.openxmlformats.org/drawingml/2006/main">
              <a:ext uri="{FF2B5EF4-FFF2-40B4-BE49-F238E27FC236}">
                <a16:creationId xmlns:a16="http://schemas.microsoft.com/office/drawing/2014/main" id="{8D23DBC0-711B-4733-B419-26580BE9C7EB}"/>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8A29F43-8EA9-436F-BA39-BBE89DC2A7BB}"/>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Mostrar el dashboard y persistencia tras recargar.</a:t>
            </a:r>
          </a:p>
        </p:txBody>
      </p:sp>
      <p:sp>
        <p:nvSpPr>
          <p:cNvPr id="11" name="">
            <a:extLst xmlns:a="http://schemas.openxmlformats.org/drawingml/2006/main">
              <a:ext uri="{FF2B5EF4-FFF2-40B4-BE49-F238E27FC236}">
                <a16:creationId xmlns:a16="http://schemas.microsoft.com/office/drawing/2014/main" id="{1E928280-8EB0-4267-92F2-67D5B7F7923A}"/>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EA73155C-717B-4F4B-B26A-7E876ADF99A9}"/>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Demostrar clima, error de red y adaptación a celular.</a:t>
            </a:r>
          </a:p>
        </p:txBody>
      </p:sp>
    </p:spTree>
    <p:extLst>
      <p:ext uri="{BB962C8B-B14F-4D97-AF65-F5344CB8AC3E}">
        <p14:creationId xmlns:p14="http://schemas.microsoft.com/office/powerpoint/2010/main" val="438946630"/>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B9E5FB-4EDD-4DF0-AA55-347BE61A0D49}"/>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IA, alcance y limitaciones</a:t>
            </a:r>
          </a:p>
        </p:txBody>
      </p:sp>
      <p:sp>
        <p:nvSpPr>
          <p:cNvPr id="2" name="">
            <a:extLst xmlns:a="http://schemas.openxmlformats.org/drawingml/2006/main">
              <a:ext uri="{FF2B5EF4-FFF2-40B4-BE49-F238E27FC236}">
                <a16:creationId xmlns:a16="http://schemas.microsoft.com/office/drawing/2014/main" id="{09F12439-2BA2-4905-B732-1D1E1D1FF999}"/>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11</a:t>
            </a:r>
          </a:p>
        </p:txBody>
      </p:sp>
      <p:sp>
        <p:nvSpPr>
          <p:cNvPr id="3" name="">
            <a:extLst xmlns:a="http://schemas.openxmlformats.org/drawingml/2006/main">
              <a:ext uri="{FF2B5EF4-FFF2-40B4-BE49-F238E27FC236}">
                <a16:creationId xmlns:a16="http://schemas.microsoft.com/office/drawing/2014/main" id="{5761405D-0CAA-4974-B29A-68D6B64C1EEA}"/>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A6E322C-8E90-4307-8917-EF0AE9B7BDE8}"/>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Claude y ChatGPT apoyaron desarrollo, revisión y documentación.</a:t>
            </a:r>
          </a:p>
        </p:txBody>
      </p:sp>
      <p:sp>
        <p:nvSpPr>
          <p:cNvPr id="5" name="">
            <a:extLst xmlns:a="http://schemas.openxmlformats.org/drawingml/2006/main">
              <a:ext uri="{FF2B5EF4-FFF2-40B4-BE49-F238E27FC236}">
                <a16:creationId xmlns:a16="http://schemas.microsoft.com/office/drawing/2014/main" id="{F584A1A1-8189-4F3A-8DCB-272884542191}"/>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3F87E2C-CBB4-4EB6-A19B-EA2C3757D722}"/>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El reporte distingue sugerencias de IA y revisión humana pendiente.</a:t>
            </a:r>
          </a:p>
        </p:txBody>
      </p:sp>
      <p:sp>
        <p:nvSpPr>
          <p:cNvPr id="7" name="">
            <a:extLst xmlns:a="http://schemas.openxmlformats.org/drawingml/2006/main">
              <a:ext uri="{FF2B5EF4-FFF2-40B4-BE49-F238E27FC236}">
                <a16:creationId xmlns:a16="http://schemas.microsoft.com/office/drawing/2014/main" id="{24E61DAE-62DF-450E-B080-443A0F6D4797}"/>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F28EFF9F-4AC9-4B5B-AFF9-DBCC01DE3A72}"/>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La aplicación funciona sin backend y sin autenticación real.</a:t>
            </a:r>
          </a:p>
        </p:txBody>
      </p:sp>
      <p:sp>
        <p:nvSpPr>
          <p:cNvPr id="9" name="">
            <a:extLst xmlns:a="http://schemas.openxmlformats.org/drawingml/2006/main">
              <a:ext uri="{FF2B5EF4-FFF2-40B4-BE49-F238E27FC236}">
                <a16:creationId xmlns:a16="http://schemas.microsoft.com/office/drawing/2014/main" id="{698C7004-9F1F-4C19-8DBA-E5FCD2C45E24}"/>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7B159A1-F8C8-42BF-BF54-6A263AB0A998}"/>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Los datos no se comparten entre navegadores.</a:t>
            </a:r>
          </a:p>
        </p:txBody>
      </p:sp>
      <p:sp>
        <p:nvSpPr>
          <p:cNvPr id="11" name="">
            <a:extLst xmlns:a="http://schemas.openxmlformats.org/drawingml/2006/main">
              <a:ext uri="{FF2B5EF4-FFF2-40B4-BE49-F238E27FC236}">
                <a16:creationId xmlns:a16="http://schemas.microsoft.com/office/drawing/2014/main" id="{724CAB45-9DCA-4F3B-92CC-94132B6C0441}"/>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CEF80EAF-EEF1-4D36-9712-29B45DF0EBD2}"/>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El check-in utiliza el código escrito de la entrada.</a:t>
            </a:r>
          </a:p>
        </p:txBody>
      </p:sp>
    </p:spTree>
    <p:extLst>
      <p:ext uri="{BB962C8B-B14F-4D97-AF65-F5344CB8AC3E}">
        <p14:creationId xmlns:p14="http://schemas.microsoft.com/office/powerpoint/2010/main" val="1852971142"/>
      </p:ext>
    </p:extLst>
  </p:cSld>
</p:sld>
</file>

<file path=ppt/slides/slide1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CED3EA-E103-4F2C-81CE-EC3A661D1824}"/>
              </a:ext>
            </a:extLst>
          </p:cNvPr>
          <p:cNvSpPr>
            <a:spLocks xmlns:a="http://schemas.openxmlformats.org/drawingml/2006/main" noGrp="1"/>
          </p:cNvSpPr>
          <p:nvPr/>
        </p:nvSpPr>
        <p:spPr>
          <a:xfrm xmlns:a="http://schemas.openxmlformats.org/drawingml/2006/main">
            <a:off x="57150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B2A4A"/>
                </a:solidFill>
                <a:latin typeface="Arial"/>
                <a:ea typeface="Arial"/>
                <a:cs typeface="Arial"/>
              </a:defRPr>
            </a:defPPr>
          </a:lstStyle>
          <a:p xmlns:a="http://schemas.openxmlformats.org/drawingml/2006/main">
            <a:pPr>
              <a:defRPr sz="3150" b="1">
                <a:solidFill>
                  <a:srgbClr val="1B2A4A"/>
                </a:solidFill>
                <a:latin typeface="Arial"/>
                <a:ea typeface="Arial"/>
                <a:cs typeface="Arial"/>
              </a:defRPr>
            </a:pPr>
            <a:r>
              <a:rPr sz="3150" b="1">
                <a:solidFill>
                  <a:srgbClr val="1B2A4A"/>
                </a:solidFill>
                <a:latin typeface="Arial"/>
                <a:ea typeface="Arial"/>
                <a:cs typeface="Arial"/>
              </a:rPr>
              <a:t>Defensa técnica</a:t>
            </a:r>
          </a:p>
        </p:txBody>
      </p:sp>
      <p:sp>
        <p:nvSpPr>
          <p:cNvPr id="2" name="">
            <a:extLst xmlns:a="http://schemas.openxmlformats.org/drawingml/2006/main">
              <a:ext uri="{FF2B5EF4-FFF2-40B4-BE49-F238E27FC236}">
                <a16:creationId xmlns:a16="http://schemas.microsoft.com/office/drawing/2014/main" id="{EE0E6824-5713-42CD-A2BD-28D354E997C2}"/>
              </a:ext>
            </a:extLst>
          </p:cNvPr>
          <p:cNvSpPr>
            <a:spLocks xmlns:a="http://schemas.openxmlformats.org/drawingml/2006/main" noGrp="1"/>
          </p:cNvSpPr>
          <p:nvPr/>
        </p:nvSpPr>
        <p:spPr>
          <a:xfrm xmlns:a="http://schemas.openxmlformats.org/drawingml/2006/main">
            <a:off x="571500" y="64484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B6472"/>
                </a:solidFill>
                <a:latin typeface="Arial"/>
                <a:ea typeface="Arial"/>
                <a:cs typeface="Arial"/>
              </a:defRPr>
            </a:defPPr>
          </a:lstStyle>
          <a:p xmlns:a="http://schemas.openxmlformats.org/drawingml/2006/main">
            <a:pPr>
              <a:defRPr sz="1275" b="0">
                <a:solidFill>
                  <a:srgbClr val="5B6472"/>
                </a:solidFill>
                <a:latin typeface="Arial"/>
                <a:ea typeface="Arial"/>
                <a:cs typeface="Arial"/>
              </a:defRPr>
            </a:pPr>
            <a:r>
              <a:rPr sz="1275" b="0">
                <a:solidFill>
                  <a:srgbClr val="5B6472"/>
                </a:solidFill>
                <a:latin typeface="Arial"/>
                <a:ea typeface="Arial"/>
                <a:cs typeface="Arial"/>
              </a:rPr>
              <a:t>AcreditaQR   /   12</a:t>
            </a:r>
          </a:p>
        </p:txBody>
      </p:sp>
      <p:sp>
        <p:nvSpPr>
          <p:cNvPr id="3" name="">
            <a:extLst xmlns:a="http://schemas.openxmlformats.org/drawingml/2006/main">
              <a:ext uri="{FF2B5EF4-FFF2-40B4-BE49-F238E27FC236}">
                <a16:creationId xmlns:a16="http://schemas.microsoft.com/office/drawing/2014/main" id="{2BA8CF02-9949-4B46-8134-2274D0C3F84E}"/>
              </a:ext>
            </a:extLst>
          </p:cNvPr>
          <p:cNvSpPr>
            <a:spLocks xmlns:a="http://schemas.openxmlformats.org/drawingml/2006/main" noGrp="1"/>
          </p:cNvSpPr>
          <p:nvPr/>
        </p:nvSpPr>
        <p:spPr>
          <a:xfrm xmlns:a="http://schemas.openxmlformats.org/drawingml/2006/main">
            <a:off x="619125" y="1571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406A108-DA45-4251-97D4-C603FB07C65C}"/>
              </a:ext>
            </a:extLst>
          </p:cNvPr>
          <p:cNvSpPr>
            <a:spLocks xmlns:a="http://schemas.openxmlformats.org/drawingml/2006/main" noGrp="1"/>
          </p:cNvSpPr>
          <p:nvPr/>
        </p:nvSpPr>
        <p:spPr>
          <a:xfrm xmlns:a="http://schemas.openxmlformats.org/drawingml/2006/main">
            <a:off x="1428750" y="15525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¿Por qué el estado compartido vive en App?</a:t>
            </a:r>
          </a:p>
        </p:txBody>
      </p:sp>
      <p:sp>
        <p:nvSpPr>
          <p:cNvPr id="5" name="">
            <a:extLst xmlns:a="http://schemas.openxmlformats.org/drawingml/2006/main">
              <a:ext uri="{FF2B5EF4-FFF2-40B4-BE49-F238E27FC236}">
                <a16:creationId xmlns:a16="http://schemas.microsoft.com/office/drawing/2014/main" id="{716EDD25-C007-4FF5-BB27-224993C881F9}"/>
              </a:ext>
            </a:extLst>
          </p:cNvPr>
          <p:cNvSpPr>
            <a:spLocks xmlns:a="http://schemas.openxmlformats.org/drawingml/2006/main" noGrp="1"/>
          </p:cNvSpPr>
          <p:nvPr/>
        </p:nvSpPr>
        <p:spPr>
          <a:xfrm xmlns:a="http://schemas.openxmlformats.org/drawingml/2006/main">
            <a:off x="619125" y="24860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FA5F6B6-8A5F-44DD-BFFF-2DA76AEF1730}"/>
              </a:ext>
            </a:extLst>
          </p:cNvPr>
          <p:cNvSpPr>
            <a:spLocks xmlns:a="http://schemas.openxmlformats.org/drawingml/2006/main" noGrp="1"/>
          </p:cNvSpPr>
          <p:nvPr/>
        </p:nvSpPr>
        <p:spPr>
          <a:xfrm xmlns:a="http://schemas.openxmlformats.org/drawingml/2006/main">
            <a:off x="1428750" y="24669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¿Qué información y funciones pasan mediante props?</a:t>
            </a:r>
          </a:p>
        </p:txBody>
      </p:sp>
      <p:sp>
        <p:nvSpPr>
          <p:cNvPr id="7" name="">
            <a:extLst xmlns:a="http://schemas.openxmlformats.org/drawingml/2006/main">
              <a:ext uri="{FF2B5EF4-FFF2-40B4-BE49-F238E27FC236}">
                <a16:creationId xmlns:a16="http://schemas.microsoft.com/office/drawing/2014/main" id="{DF78424F-C894-44C8-A1FD-8DB633F6650C}"/>
              </a:ext>
            </a:extLst>
          </p:cNvPr>
          <p:cNvSpPr>
            <a:spLocks xmlns:a="http://schemas.openxmlformats.org/drawingml/2006/main" noGrp="1"/>
          </p:cNvSpPr>
          <p:nvPr/>
        </p:nvSpPr>
        <p:spPr>
          <a:xfrm xmlns:a="http://schemas.openxmlformats.org/drawingml/2006/main">
            <a:off x="619125" y="3400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0D241805-D789-4073-A163-39A7DA6FFA56}"/>
              </a:ext>
            </a:extLst>
          </p:cNvPr>
          <p:cNvSpPr>
            <a:spLocks xmlns:a="http://schemas.openxmlformats.org/drawingml/2006/main" noGrp="1"/>
          </p:cNvSpPr>
          <p:nvPr/>
        </p:nvSpPr>
        <p:spPr>
          <a:xfrm xmlns:a="http://schemas.openxmlformats.org/drawingml/2006/main">
            <a:off x="1428750" y="33813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¿Por qué comprobar cupos también al confirmar?</a:t>
            </a:r>
          </a:p>
        </p:txBody>
      </p:sp>
      <p:sp>
        <p:nvSpPr>
          <p:cNvPr id="9" name="">
            <a:extLst xmlns:a="http://schemas.openxmlformats.org/drawingml/2006/main">
              <a:ext uri="{FF2B5EF4-FFF2-40B4-BE49-F238E27FC236}">
                <a16:creationId xmlns:a16="http://schemas.microsoft.com/office/drawing/2014/main" id="{54868EA8-2C17-4706-89B3-30F060CD0164}"/>
              </a:ext>
            </a:extLst>
          </p:cNvPr>
          <p:cNvSpPr>
            <a:spLocks xmlns:a="http://schemas.openxmlformats.org/drawingml/2006/main" noGrp="1"/>
          </p:cNvSpPr>
          <p:nvPr/>
        </p:nvSpPr>
        <p:spPr>
          <a:xfrm xmlns:a="http://schemas.openxmlformats.org/drawingml/2006/main">
            <a:off x="619125" y="43148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7325F45B-2059-48C3-A696-E901429A2241}"/>
              </a:ext>
            </a:extLst>
          </p:cNvPr>
          <p:cNvSpPr>
            <a:spLocks xmlns:a="http://schemas.openxmlformats.org/drawingml/2006/main" noGrp="1"/>
          </p:cNvSpPr>
          <p:nvPr/>
        </p:nvSpPr>
        <p:spPr>
          <a:xfrm xmlns:a="http://schemas.openxmlformats.org/drawingml/2006/main">
            <a:off x="1428750" y="42957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¿Por qué calcular el aforo en vez de guardar otro contador?</a:t>
            </a:r>
          </a:p>
        </p:txBody>
      </p:sp>
      <p:sp>
        <p:nvSpPr>
          <p:cNvPr id="11" name="">
            <a:extLst xmlns:a="http://schemas.openxmlformats.org/drawingml/2006/main">
              <a:ext uri="{FF2B5EF4-FFF2-40B4-BE49-F238E27FC236}">
                <a16:creationId xmlns:a16="http://schemas.microsoft.com/office/drawing/2014/main" id="{F6FB8455-297A-450F-9561-D76EC169EEB0}"/>
              </a:ext>
            </a:extLst>
          </p:cNvPr>
          <p:cNvSpPr>
            <a:spLocks xmlns:a="http://schemas.openxmlformats.org/drawingml/2006/main" noGrp="1"/>
          </p:cNvSpPr>
          <p:nvPr/>
        </p:nvSpPr>
        <p:spPr>
          <a:xfrm xmlns:a="http://schemas.openxmlformats.org/drawingml/2006/main">
            <a:off x="619125" y="5229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8A33D"/>
                </a:solidFill>
                <a:latin typeface="Arial"/>
                <a:ea typeface="Arial"/>
                <a:cs typeface="Arial"/>
              </a:defRPr>
            </a:defPPr>
          </a:lstStyle>
          <a:p xmlns:a="http://schemas.openxmlformats.org/drawingml/2006/main">
            <a:pPr>
              <a:defRPr sz="2475" b="1">
                <a:solidFill>
                  <a:srgbClr val="E8A33D"/>
                </a:solidFill>
                <a:latin typeface="Arial"/>
                <a:ea typeface="Arial"/>
                <a:cs typeface="Arial"/>
              </a:defRPr>
            </a:pPr>
            <a:r>
              <a:rPr sz="2475" b="1">
                <a:solidFill>
                  <a:srgbClr val="E8A33D"/>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D4E03C37-4F0B-4128-A5E6-1210DBA6DEF8}"/>
              </a:ext>
            </a:extLst>
          </p:cNvPr>
          <p:cNvSpPr>
            <a:spLocks xmlns:a="http://schemas.openxmlformats.org/drawingml/2006/main" noGrp="1"/>
          </p:cNvSpPr>
          <p:nvPr/>
        </p:nvSpPr>
        <p:spPr>
          <a:xfrm xmlns:a="http://schemas.openxmlformats.org/drawingml/2006/main">
            <a:off x="1428750" y="5210175"/>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B2A4A"/>
                </a:solidFill>
                <a:latin typeface="Arial"/>
                <a:ea typeface="Arial"/>
                <a:cs typeface="Arial"/>
              </a:defRPr>
            </a:defPPr>
          </a:lstStyle>
          <a:p xmlns:a="http://schemas.openxmlformats.org/drawingml/2006/main">
            <a:pPr>
              <a:defRPr sz="2175" b="0">
                <a:solidFill>
                  <a:srgbClr val="1B2A4A"/>
                </a:solidFill>
                <a:latin typeface="Arial"/>
                <a:ea typeface="Arial"/>
                <a:cs typeface="Arial"/>
              </a:defRPr>
            </a:pPr>
            <a:r>
              <a:rPr sz="2175" b="0">
                <a:solidFill>
                  <a:srgbClr val="1B2A4A"/>
                </a:solidFill>
                <a:latin typeface="Arial"/>
                <a:ea typeface="Arial"/>
                <a:cs typeface="Arial"/>
              </a:rPr>
              <a:t>¿Qué ocurre cuando falla la API?</a:t>
            </a:r>
          </a:p>
        </p:txBody>
      </p:sp>
    </p:spTree>
    <p:extLst>
      <p:ext uri="{BB962C8B-B14F-4D97-AF65-F5344CB8AC3E}">
        <p14:creationId xmlns:p14="http://schemas.microsoft.com/office/powerpoint/2010/main" val="4612279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2026-10-12T02:33:22.5000000Z</dcterms:created>
  <dcterms:modified xsi:type="dcterms:W3CDTF">2026-10-12T02:33:22.5000000Z</dcterms:modified>
</coreProperties>
</file>